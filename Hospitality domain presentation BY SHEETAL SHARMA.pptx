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5"/>
  </p:notesMasterIdLst>
  <p:sldIdLst>
    <p:sldId id="258" r:id="rId2"/>
    <p:sldId id="259" r:id="rId3"/>
    <p:sldId id="260" r:id="rId4"/>
    <p:sldId id="262" r:id="rId5"/>
    <p:sldId id="264" r:id="rId6"/>
    <p:sldId id="263" r:id="rId7"/>
    <p:sldId id="269" r:id="rId8"/>
    <p:sldId id="270" r:id="rId9"/>
    <p:sldId id="271" r:id="rId10"/>
    <p:sldId id="272" r:id="rId11"/>
    <p:sldId id="265"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spility domain presentation" id="{AE1BC716-EA85-4E14-A55E-4DD5F0EEFF43}">
          <p14:sldIdLst>
            <p14:sldId id="258"/>
            <p14:sldId id="259"/>
            <p14:sldId id="260"/>
            <p14:sldId id="262"/>
            <p14:sldId id="264"/>
            <p14:sldId id="263"/>
            <p14:sldId id="269"/>
            <p14:sldId id="270"/>
            <p14:sldId id="271"/>
            <p14:sldId id="272"/>
            <p14:sldId id="265"/>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2658"/>
    <a:srgbClr val="8F54FD"/>
    <a:srgbClr val="5C6525"/>
    <a:srgbClr val="D7D70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3157A8-DC34-4AD3-A18E-064A85961C33}" v="87" dt="2026-04-10T07:22:05.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540" autoAdjust="0"/>
  </p:normalViewPr>
  <p:slideViewPr>
    <p:cSldViewPr snapToGrid="0">
      <p:cViewPr varScale="1">
        <p:scale>
          <a:sx n="92" d="100"/>
          <a:sy n="92" d="100"/>
        </p:scale>
        <p:origin x="1214" y="7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Sharma" userId="c633b61474104ae2" providerId="LiveId" clId="{BE3C5D45-263E-4E78-994F-5F0A1FD2E644}"/>
    <pc:docChg chg="custSel addSld modSld modSection">
      <pc:chgData name="Rahul Sharma" userId="c633b61474104ae2" providerId="LiveId" clId="{BE3C5D45-263E-4E78-994F-5F0A1FD2E644}" dt="2026-04-10T07:23:48.546" v="128" actId="20577"/>
      <pc:docMkLst>
        <pc:docMk/>
      </pc:docMkLst>
      <pc:sldChg chg="modSp mod">
        <pc:chgData name="Rahul Sharma" userId="c633b61474104ae2" providerId="LiveId" clId="{BE3C5D45-263E-4E78-994F-5F0A1FD2E644}" dt="2026-04-10T06:39:16.689" v="4" actId="20577"/>
        <pc:sldMkLst>
          <pc:docMk/>
          <pc:sldMk cId="2242073873" sldId="258"/>
        </pc:sldMkLst>
        <pc:spChg chg="mod">
          <ac:chgData name="Rahul Sharma" userId="c633b61474104ae2" providerId="LiveId" clId="{BE3C5D45-263E-4E78-994F-5F0A1FD2E644}" dt="2026-04-10T06:39:16.689" v="4" actId="20577"/>
          <ac:spMkLst>
            <pc:docMk/>
            <pc:sldMk cId="2242073873" sldId="258"/>
            <ac:spMk id="3" creationId="{05C519CC-C3A4-5D2D-9D59-4E9803EFF177}"/>
          </ac:spMkLst>
        </pc:spChg>
      </pc:sldChg>
      <pc:sldChg chg="modSp mod">
        <pc:chgData name="Rahul Sharma" userId="c633b61474104ae2" providerId="LiveId" clId="{BE3C5D45-263E-4E78-994F-5F0A1FD2E644}" dt="2026-04-10T06:53:59.127" v="30" actId="20577"/>
        <pc:sldMkLst>
          <pc:docMk/>
          <pc:sldMk cId="4103125" sldId="259"/>
        </pc:sldMkLst>
        <pc:graphicFrameChg chg="modGraphic">
          <ac:chgData name="Rahul Sharma" userId="c633b61474104ae2" providerId="LiveId" clId="{BE3C5D45-263E-4E78-994F-5F0A1FD2E644}" dt="2026-04-10T06:53:59.127" v="30" actId="20577"/>
          <ac:graphicFrameMkLst>
            <pc:docMk/>
            <pc:sldMk cId="4103125" sldId="259"/>
            <ac:graphicFrameMk id="7" creationId="{7D5C0DA0-60DD-89CF-C88E-275E05138453}"/>
          </ac:graphicFrameMkLst>
        </pc:graphicFrameChg>
      </pc:sldChg>
      <pc:sldChg chg="setBg">
        <pc:chgData name="Rahul Sharma" userId="c633b61474104ae2" providerId="LiveId" clId="{BE3C5D45-263E-4E78-994F-5F0A1FD2E644}" dt="2026-04-10T07:22:05.270" v="125"/>
        <pc:sldMkLst>
          <pc:docMk/>
          <pc:sldMk cId="4003730142" sldId="265"/>
        </pc:sldMkLst>
      </pc:sldChg>
      <pc:sldChg chg="modSp mod">
        <pc:chgData name="Rahul Sharma" userId="c633b61474104ae2" providerId="LiveId" clId="{BE3C5D45-263E-4E78-994F-5F0A1FD2E644}" dt="2026-04-10T07:23:48.546" v="128" actId="20577"/>
        <pc:sldMkLst>
          <pc:docMk/>
          <pc:sldMk cId="1329630761" sldId="267"/>
        </pc:sldMkLst>
        <pc:spChg chg="mod">
          <ac:chgData name="Rahul Sharma" userId="c633b61474104ae2" providerId="LiveId" clId="{BE3C5D45-263E-4E78-994F-5F0A1FD2E644}" dt="2026-04-10T07:23:48.546" v="128" actId="20577"/>
          <ac:spMkLst>
            <pc:docMk/>
            <pc:sldMk cId="1329630761" sldId="267"/>
            <ac:spMk id="20" creationId="{43B59136-BB72-4FC2-86E6-0FF673874B2E}"/>
          </ac:spMkLst>
        </pc:spChg>
      </pc:sldChg>
      <pc:sldChg chg="addSp modSp new mod">
        <pc:chgData name="Rahul Sharma" userId="c633b61474104ae2" providerId="LiveId" clId="{BE3C5D45-263E-4E78-994F-5F0A1FD2E644}" dt="2026-04-10T07:19:19.318" v="33" actId="931"/>
        <pc:sldMkLst>
          <pc:docMk/>
          <pc:sldMk cId="423052913" sldId="269"/>
        </pc:sldMkLst>
        <pc:picChg chg="add mod">
          <ac:chgData name="Rahul Sharma" userId="c633b61474104ae2" providerId="LiveId" clId="{BE3C5D45-263E-4E78-994F-5F0A1FD2E644}" dt="2026-04-10T07:19:19.318" v="33" actId="931"/>
          <ac:picMkLst>
            <pc:docMk/>
            <pc:sldMk cId="423052913" sldId="269"/>
            <ac:picMk id="3" creationId="{17BDB34A-1F59-AC02-77F0-BA6B988ACE89}"/>
          </ac:picMkLst>
        </pc:picChg>
      </pc:sldChg>
      <pc:sldChg chg="addSp modSp new mod">
        <pc:chgData name="Rahul Sharma" userId="c633b61474104ae2" providerId="LiveId" clId="{BE3C5D45-263E-4E78-994F-5F0A1FD2E644}" dt="2026-04-10T07:19:48.178" v="34" actId="931"/>
        <pc:sldMkLst>
          <pc:docMk/>
          <pc:sldMk cId="4007677392" sldId="270"/>
        </pc:sldMkLst>
        <pc:picChg chg="add mod">
          <ac:chgData name="Rahul Sharma" userId="c633b61474104ae2" providerId="LiveId" clId="{BE3C5D45-263E-4E78-994F-5F0A1FD2E644}" dt="2026-04-10T07:19:48.178" v="34" actId="931"/>
          <ac:picMkLst>
            <pc:docMk/>
            <pc:sldMk cId="4007677392" sldId="270"/>
            <ac:picMk id="3" creationId="{F1786530-30D9-C567-049D-FD1AB9B911A9}"/>
          </ac:picMkLst>
        </pc:picChg>
      </pc:sldChg>
      <pc:sldChg chg="addSp modSp new mod">
        <pc:chgData name="Rahul Sharma" userId="c633b61474104ae2" providerId="LiveId" clId="{BE3C5D45-263E-4E78-994F-5F0A1FD2E644}" dt="2026-04-10T07:20:22.010" v="36" actId="931"/>
        <pc:sldMkLst>
          <pc:docMk/>
          <pc:sldMk cId="1766118623" sldId="271"/>
        </pc:sldMkLst>
        <pc:picChg chg="add mod">
          <ac:chgData name="Rahul Sharma" userId="c633b61474104ae2" providerId="LiveId" clId="{BE3C5D45-263E-4E78-994F-5F0A1FD2E644}" dt="2026-04-10T07:20:22.010" v="36" actId="931"/>
          <ac:picMkLst>
            <pc:docMk/>
            <pc:sldMk cId="1766118623" sldId="271"/>
            <ac:picMk id="3" creationId="{CDAC6863-2E9C-7858-5BAA-BECDD3248D32}"/>
          </ac:picMkLst>
        </pc:picChg>
      </pc:sldChg>
      <pc:sldChg chg="addSp modSp new mod">
        <pc:chgData name="Rahul Sharma" userId="c633b61474104ae2" providerId="LiveId" clId="{BE3C5D45-263E-4E78-994F-5F0A1FD2E644}" dt="2026-04-10T07:20:50.288" v="38" actId="931"/>
        <pc:sldMkLst>
          <pc:docMk/>
          <pc:sldMk cId="2661233527" sldId="272"/>
        </pc:sldMkLst>
        <pc:picChg chg="add mod">
          <ac:chgData name="Rahul Sharma" userId="c633b61474104ae2" providerId="LiveId" clId="{BE3C5D45-263E-4E78-994F-5F0A1FD2E644}" dt="2026-04-10T07:20:50.288" v="38" actId="931"/>
          <ac:picMkLst>
            <pc:docMk/>
            <pc:sldMk cId="2661233527" sldId="272"/>
            <ac:picMk id="3" creationId="{C7223513-3310-4CC2-1E30-373FE3C5348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2372D3-4A90-4C24-8ABB-4778A3743221}" type="doc">
      <dgm:prSet loTypeId="urn:microsoft.com/office/officeart/2008/layout/VerticalCurvedList" loCatId="list" qsTypeId="urn:microsoft.com/office/officeart/2005/8/quickstyle/3d1" qsCatId="3D" csTypeId="urn:microsoft.com/office/officeart/2005/8/colors/colorful2" csCatId="colorful" phldr="1"/>
      <dgm:spPr/>
      <dgm:t>
        <a:bodyPr/>
        <a:lstStyle/>
        <a:p>
          <a:endParaRPr lang="en-IN"/>
        </a:p>
      </dgm:t>
    </dgm:pt>
    <dgm:pt modelId="{14AE614E-C87A-4D32-838B-86956AE877AF}">
      <dgm:prSet/>
      <dgm:spPr/>
      <dgm:t>
        <a:bodyPr/>
        <a:lstStyle/>
        <a:p>
          <a:r>
            <a:rPr lang="en-US" dirty="0"/>
            <a:t>     1.  COMPANY OVERVIEW</a:t>
          </a:r>
          <a:endParaRPr lang="en-IN" dirty="0"/>
        </a:p>
      </dgm:t>
    </dgm:pt>
    <dgm:pt modelId="{FDE8EACC-A855-4307-86B2-B4E373CF2C85}" type="parTrans" cxnId="{3B63A7E4-41D2-47BE-9338-AC534C2A2679}">
      <dgm:prSet/>
      <dgm:spPr/>
      <dgm:t>
        <a:bodyPr/>
        <a:lstStyle/>
        <a:p>
          <a:endParaRPr lang="en-IN"/>
        </a:p>
      </dgm:t>
    </dgm:pt>
    <dgm:pt modelId="{EAA037EA-6D68-4F9A-BC79-762D8C7E0F0E}" type="sibTrans" cxnId="{3B63A7E4-41D2-47BE-9338-AC534C2A2679}">
      <dgm:prSet/>
      <dgm:spPr/>
      <dgm:t>
        <a:bodyPr/>
        <a:lstStyle/>
        <a:p>
          <a:endParaRPr lang="en-IN"/>
        </a:p>
      </dgm:t>
    </dgm:pt>
    <dgm:pt modelId="{920E510B-33F7-40CC-8118-10DAB3BF2C4C}">
      <dgm:prSet/>
      <dgm:spPr/>
      <dgm:t>
        <a:bodyPr/>
        <a:lstStyle/>
        <a:p>
          <a:r>
            <a:rPr lang="en-US" dirty="0"/>
            <a:t> 2. BUSINESS MODEL</a:t>
          </a:r>
          <a:endParaRPr lang="en-IN" dirty="0"/>
        </a:p>
      </dgm:t>
    </dgm:pt>
    <dgm:pt modelId="{EE42A2F7-878D-41B0-BE19-39747B61703D}" type="parTrans" cxnId="{510BCD1B-F672-492F-B59C-E6047057E62C}">
      <dgm:prSet/>
      <dgm:spPr/>
      <dgm:t>
        <a:bodyPr/>
        <a:lstStyle/>
        <a:p>
          <a:endParaRPr lang="en-IN"/>
        </a:p>
      </dgm:t>
    </dgm:pt>
    <dgm:pt modelId="{6AC8312F-27B5-4C30-9851-B51EF080DACF}" type="sibTrans" cxnId="{510BCD1B-F672-492F-B59C-E6047057E62C}">
      <dgm:prSet/>
      <dgm:spPr/>
      <dgm:t>
        <a:bodyPr/>
        <a:lstStyle/>
        <a:p>
          <a:endParaRPr lang="en-IN"/>
        </a:p>
      </dgm:t>
    </dgm:pt>
    <dgm:pt modelId="{81F3DCE2-045D-4A5F-A296-6097D370D7B7}">
      <dgm:prSet/>
      <dgm:spPr/>
      <dgm:t>
        <a:bodyPr/>
        <a:lstStyle/>
        <a:p>
          <a:r>
            <a:rPr lang="en-US" dirty="0"/>
            <a:t>3. PROBLEM STATEMENT</a:t>
          </a:r>
          <a:endParaRPr lang="en-IN" dirty="0"/>
        </a:p>
      </dgm:t>
    </dgm:pt>
    <dgm:pt modelId="{7FF3A7C6-CF77-4B70-A470-ABA3E923CAEB}" type="parTrans" cxnId="{5D4CD66F-D866-40E1-BB9A-782337EC2506}">
      <dgm:prSet/>
      <dgm:spPr/>
      <dgm:t>
        <a:bodyPr/>
        <a:lstStyle/>
        <a:p>
          <a:endParaRPr lang="en-IN"/>
        </a:p>
      </dgm:t>
    </dgm:pt>
    <dgm:pt modelId="{0AE22788-3F43-4092-B4DE-8BA28E503E01}" type="sibTrans" cxnId="{5D4CD66F-D866-40E1-BB9A-782337EC2506}">
      <dgm:prSet/>
      <dgm:spPr/>
      <dgm:t>
        <a:bodyPr/>
        <a:lstStyle/>
        <a:p>
          <a:endParaRPr lang="en-IN"/>
        </a:p>
      </dgm:t>
    </dgm:pt>
    <dgm:pt modelId="{1C9BE9DF-C401-4EA3-8349-95433525A611}">
      <dgm:prSet/>
      <dgm:spPr/>
      <dgm:t>
        <a:bodyPr/>
        <a:lstStyle/>
        <a:p>
          <a:r>
            <a:rPr lang="en-US" dirty="0"/>
            <a:t> 4.  DASHBOARD</a:t>
          </a:r>
          <a:endParaRPr lang="en-IN" dirty="0"/>
        </a:p>
      </dgm:t>
    </dgm:pt>
    <dgm:pt modelId="{88507177-0975-4DB7-91F9-8808D894A6C3}" type="parTrans" cxnId="{4C6366E4-9521-4608-AD54-A9282D985F75}">
      <dgm:prSet/>
      <dgm:spPr/>
      <dgm:t>
        <a:bodyPr/>
        <a:lstStyle/>
        <a:p>
          <a:endParaRPr lang="en-IN"/>
        </a:p>
      </dgm:t>
    </dgm:pt>
    <dgm:pt modelId="{69DF6D0D-CBA5-4109-A3E5-11C591FD2A56}" type="sibTrans" cxnId="{4C6366E4-9521-4608-AD54-A9282D985F75}">
      <dgm:prSet/>
      <dgm:spPr/>
      <dgm:t>
        <a:bodyPr/>
        <a:lstStyle/>
        <a:p>
          <a:endParaRPr lang="en-IN"/>
        </a:p>
      </dgm:t>
    </dgm:pt>
    <dgm:pt modelId="{B00BB09C-112F-47BD-9109-0E75433A0E1D}">
      <dgm:prSet/>
      <dgm:spPr/>
      <dgm:t>
        <a:bodyPr/>
        <a:lstStyle/>
        <a:p>
          <a:r>
            <a:rPr lang="en-US" dirty="0"/>
            <a:t>      5.  INSIGHTS AND RECOMMENDATION</a:t>
          </a:r>
          <a:endParaRPr lang="en-IN" dirty="0"/>
        </a:p>
      </dgm:t>
    </dgm:pt>
    <dgm:pt modelId="{B5F3E1D4-E47E-4FD9-9BB5-348FD9D19CA7}" type="parTrans" cxnId="{8CE78AA9-17AF-43BA-A287-EB64DFC269A7}">
      <dgm:prSet/>
      <dgm:spPr/>
      <dgm:t>
        <a:bodyPr/>
        <a:lstStyle/>
        <a:p>
          <a:endParaRPr lang="en-IN"/>
        </a:p>
      </dgm:t>
    </dgm:pt>
    <dgm:pt modelId="{90D727A5-5A49-46A0-85A4-49B29251A8AD}" type="sibTrans" cxnId="{8CE78AA9-17AF-43BA-A287-EB64DFC269A7}">
      <dgm:prSet/>
      <dgm:spPr/>
      <dgm:t>
        <a:bodyPr/>
        <a:lstStyle/>
        <a:p>
          <a:endParaRPr lang="en-IN"/>
        </a:p>
      </dgm:t>
    </dgm:pt>
    <dgm:pt modelId="{D90F5A1D-6E8A-48EB-B386-DDABBAF576E9}" type="pres">
      <dgm:prSet presAssocID="{0E2372D3-4A90-4C24-8ABB-4778A3743221}" presName="Name0" presStyleCnt="0">
        <dgm:presLayoutVars>
          <dgm:chMax val="7"/>
          <dgm:chPref val="7"/>
          <dgm:dir/>
        </dgm:presLayoutVars>
      </dgm:prSet>
      <dgm:spPr/>
    </dgm:pt>
    <dgm:pt modelId="{8340E494-0C72-49EF-AFFB-BF6EC73524F9}" type="pres">
      <dgm:prSet presAssocID="{0E2372D3-4A90-4C24-8ABB-4778A3743221}" presName="Name1" presStyleCnt="0"/>
      <dgm:spPr/>
    </dgm:pt>
    <dgm:pt modelId="{BAC37D9B-3480-4C87-9A66-2B88660C4278}" type="pres">
      <dgm:prSet presAssocID="{0E2372D3-4A90-4C24-8ABB-4778A3743221}" presName="cycle" presStyleCnt="0"/>
      <dgm:spPr/>
    </dgm:pt>
    <dgm:pt modelId="{D13A6C85-7650-4515-9CF6-3B2A21E76826}" type="pres">
      <dgm:prSet presAssocID="{0E2372D3-4A90-4C24-8ABB-4778A3743221}" presName="srcNode" presStyleLbl="node1" presStyleIdx="0" presStyleCnt="5"/>
      <dgm:spPr/>
    </dgm:pt>
    <dgm:pt modelId="{412C3015-9A03-4575-B069-AAD27250928B}" type="pres">
      <dgm:prSet presAssocID="{0E2372D3-4A90-4C24-8ABB-4778A3743221}" presName="conn" presStyleLbl="parChTrans1D2" presStyleIdx="0" presStyleCnt="1"/>
      <dgm:spPr/>
    </dgm:pt>
    <dgm:pt modelId="{479326C5-F27F-4442-9BFD-4D847FB38BDF}" type="pres">
      <dgm:prSet presAssocID="{0E2372D3-4A90-4C24-8ABB-4778A3743221}" presName="extraNode" presStyleLbl="node1" presStyleIdx="0" presStyleCnt="5"/>
      <dgm:spPr/>
    </dgm:pt>
    <dgm:pt modelId="{B3A48E03-5CA8-4800-9971-52437EDE8C28}" type="pres">
      <dgm:prSet presAssocID="{0E2372D3-4A90-4C24-8ABB-4778A3743221}" presName="dstNode" presStyleLbl="node1" presStyleIdx="0" presStyleCnt="5"/>
      <dgm:spPr/>
    </dgm:pt>
    <dgm:pt modelId="{399556B4-2D7B-430F-ACEE-1AE8FED55878}" type="pres">
      <dgm:prSet presAssocID="{14AE614E-C87A-4D32-838B-86956AE877AF}" presName="text_1" presStyleLbl="node1" presStyleIdx="0" presStyleCnt="5">
        <dgm:presLayoutVars>
          <dgm:bulletEnabled val="1"/>
        </dgm:presLayoutVars>
      </dgm:prSet>
      <dgm:spPr/>
    </dgm:pt>
    <dgm:pt modelId="{E99145D1-25E8-47A0-9A22-D9C9891C62A9}" type="pres">
      <dgm:prSet presAssocID="{14AE614E-C87A-4D32-838B-86956AE877AF}" presName="accent_1" presStyleCnt="0"/>
      <dgm:spPr/>
    </dgm:pt>
    <dgm:pt modelId="{8DE5FBB7-D6A3-4C2B-A42A-6F00BAEE0888}" type="pres">
      <dgm:prSet presAssocID="{14AE614E-C87A-4D32-838B-86956AE877AF}" presName="accentRepeatNode" presStyleLbl="solidFgAcc1" presStyleIdx="0" presStyleCnt="5"/>
      <dgm:spPr/>
    </dgm:pt>
    <dgm:pt modelId="{D6870336-0CC4-4C64-A6B2-FA868D4CB96B}" type="pres">
      <dgm:prSet presAssocID="{920E510B-33F7-40CC-8118-10DAB3BF2C4C}" presName="text_2" presStyleLbl="node1" presStyleIdx="1" presStyleCnt="5">
        <dgm:presLayoutVars>
          <dgm:bulletEnabled val="1"/>
        </dgm:presLayoutVars>
      </dgm:prSet>
      <dgm:spPr/>
    </dgm:pt>
    <dgm:pt modelId="{E2C90819-8935-4B35-8519-973B9A4950A1}" type="pres">
      <dgm:prSet presAssocID="{920E510B-33F7-40CC-8118-10DAB3BF2C4C}" presName="accent_2" presStyleCnt="0"/>
      <dgm:spPr/>
    </dgm:pt>
    <dgm:pt modelId="{7DEF04C2-9D31-4B59-AEF0-C7DCC97C1F5D}" type="pres">
      <dgm:prSet presAssocID="{920E510B-33F7-40CC-8118-10DAB3BF2C4C}" presName="accentRepeatNode" presStyleLbl="solidFgAcc1" presStyleIdx="1" presStyleCnt="5"/>
      <dgm:spPr/>
    </dgm:pt>
    <dgm:pt modelId="{2608402C-40FE-4713-A31D-253AAF592BAE}" type="pres">
      <dgm:prSet presAssocID="{81F3DCE2-045D-4A5F-A296-6097D370D7B7}" presName="text_3" presStyleLbl="node1" presStyleIdx="2" presStyleCnt="5">
        <dgm:presLayoutVars>
          <dgm:bulletEnabled val="1"/>
        </dgm:presLayoutVars>
      </dgm:prSet>
      <dgm:spPr/>
    </dgm:pt>
    <dgm:pt modelId="{DF5D41FE-EFB3-4026-A417-ADE0FA991DA5}" type="pres">
      <dgm:prSet presAssocID="{81F3DCE2-045D-4A5F-A296-6097D370D7B7}" presName="accent_3" presStyleCnt="0"/>
      <dgm:spPr/>
    </dgm:pt>
    <dgm:pt modelId="{AD793ADE-2E05-482A-8D8F-FB7364A1E8F3}" type="pres">
      <dgm:prSet presAssocID="{81F3DCE2-045D-4A5F-A296-6097D370D7B7}" presName="accentRepeatNode" presStyleLbl="solidFgAcc1" presStyleIdx="2" presStyleCnt="5"/>
      <dgm:spPr/>
    </dgm:pt>
    <dgm:pt modelId="{DC87DAD9-9C22-44B7-BCA2-9D0CDDA02B0A}" type="pres">
      <dgm:prSet presAssocID="{1C9BE9DF-C401-4EA3-8349-95433525A611}" presName="text_4" presStyleLbl="node1" presStyleIdx="3" presStyleCnt="5">
        <dgm:presLayoutVars>
          <dgm:bulletEnabled val="1"/>
        </dgm:presLayoutVars>
      </dgm:prSet>
      <dgm:spPr/>
    </dgm:pt>
    <dgm:pt modelId="{47C36AF0-463A-48B4-8003-21CDE01710A3}" type="pres">
      <dgm:prSet presAssocID="{1C9BE9DF-C401-4EA3-8349-95433525A611}" presName="accent_4" presStyleCnt="0"/>
      <dgm:spPr/>
    </dgm:pt>
    <dgm:pt modelId="{E604DC76-9F3E-4E36-89CC-CCABB0B4A509}" type="pres">
      <dgm:prSet presAssocID="{1C9BE9DF-C401-4EA3-8349-95433525A611}" presName="accentRepeatNode" presStyleLbl="solidFgAcc1" presStyleIdx="3" presStyleCnt="5"/>
      <dgm:spPr/>
    </dgm:pt>
    <dgm:pt modelId="{239AAD20-CB69-4B00-B22B-EB38F52FF80F}" type="pres">
      <dgm:prSet presAssocID="{B00BB09C-112F-47BD-9109-0E75433A0E1D}" presName="text_5" presStyleLbl="node1" presStyleIdx="4" presStyleCnt="5">
        <dgm:presLayoutVars>
          <dgm:bulletEnabled val="1"/>
        </dgm:presLayoutVars>
      </dgm:prSet>
      <dgm:spPr/>
    </dgm:pt>
    <dgm:pt modelId="{1E3EF65F-860B-431E-B463-A2FDE65685CC}" type="pres">
      <dgm:prSet presAssocID="{B00BB09C-112F-47BD-9109-0E75433A0E1D}" presName="accent_5" presStyleCnt="0"/>
      <dgm:spPr/>
    </dgm:pt>
    <dgm:pt modelId="{0A26097F-A700-4890-B850-C14A07A19AC6}" type="pres">
      <dgm:prSet presAssocID="{B00BB09C-112F-47BD-9109-0E75433A0E1D}" presName="accentRepeatNode" presStyleLbl="solidFgAcc1" presStyleIdx="4" presStyleCnt="5"/>
      <dgm:spPr/>
    </dgm:pt>
  </dgm:ptLst>
  <dgm:cxnLst>
    <dgm:cxn modelId="{772A121B-9EAA-4019-91D5-5BE266ACE1A3}" type="presOf" srcId="{920E510B-33F7-40CC-8118-10DAB3BF2C4C}" destId="{D6870336-0CC4-4C64-A6B2-FA868D4CB96B}" srcOrd="0" destOrd="0" presId="urn:microsoft.com/office/officeart/2008/layout/VerticalCurvedList"/>
    <dgm:cxn modelId="{510BCD1B-F672-492F-B59C-E6047057E62C}" srcId="{0E2372D3-4A90-4C24-8ABB-4778A3743221}" destId="{920E510B-33F7-40CC-8118-10DAB3BF2C4C}" srcOrd="1" destOrd="0" parTransId="{EE42A2F7-878D-41B0-BE19-39747B61703D}" sibTransId="{6AC8312F-27B5-4C30-9851-B51EF080DACF}"/>
    <dgm:cxn modelId="{E7BAEA41-2F88-44C4-AB6C-156637B036E9}" type="presOf" srcId="{0E2372D3-4A90-4C24-8ABB-4778A3743221}" destId="{D90F5A1D-6E8A-48EB-B386-DDABBAF576E9}" srcOrd="0" destOrd="0" presId="urn:microsoft.com/office/officeart/2008/layout/VerticalCurvedList"/>
    <dgm:cxn modelId="{5D4CD66F-D866-40E1-BB9A-782337EC2506}" srcId="{0E2372D3-4A90-4C24-8ABB-4778A3743221}" destId="{81F3DCE2-045D-4A5F-A296-6097D370D7B7}" srcOrd="2" destOrd="0" parTransId="{7FF3A7C6-CF77-4B70-A470-ABA3E923CAEB}" sibTransId="{0AE22788-3F43-4092-B4DE-8BA28E503E01}"/>
    <dgm:cxn modelId="{02416372-0C29-445B-8D0D-21E50AAA8726}" type="presOf" srcId="{B00BB09C-112F-47BD-9109-0E75433A0E1D}" destId="{239AAD20-CB69-4B00-B22B-EB38F52FF80F}" srcOrd="0" destOrd="0" presId="urn:microsoft.com/office/officeart/2008/layout/VerticalCurvedList"/>
    <dgm:cxn modelId="{D5C959A6-FE32-46C8-8C53-DB69CC169563}" type="presOf" srcId="{1C9BE9DF-C401-4EA3-8349-95433525A611}" destId="{DC87DAD9-9C22-44B7-BCA2-9D0CDDA02B0A}" srcOrd="0" destOrd="0" presId="urn:microsoft.com/office/officeart/2008/layout/VerticalCurvedList"/>
    <dgm:cxn modelId="{8CE78AA9-17AF-43BA-A287-EB64DFC269A7}" srcId="{0E2372D3-4A90-4C24-8ABB-4778A3743221}" destId="{B00BB09C-112F-47BD-9109-0E75433A0E1D}" srcOrd="4" destOrd="0" parTransId="{B5F3E1D4-E47E-4FD9-9BB5-348FD9D19CA7}" sibTransId="{90D727A5-5A49-46A0-85A4-49B29251A8AD}"/>
    <dgm:cxn modelId="{75C9C9C0-BEBD-4AA7-9BBF-9231DA70E17A}" type="presOf" srcId="{EAA037EA-6D68-4F9A-BC79-762D8C7E0F0E}" destId="{412C3015-9A03-4575-B069-AAD27250928B}" srcOrd="0" destOrd="0" presId="urn:microsoft.com/office/officeart/2008/layout/VerticalCurvedList"/>
    <dgm:cxn modelId="{9CFB2FC9-45FA-456F-94E7-FCB6F68F2002}" type="presOf" srcId="{81F3DCE2-045D-4A5F-A296-6097D370D7B7}" destId="{2608402C-40FE-4713-A31D-253AAF592BAE}" srcOrd="0" destOrd="0" presId="urn:microsoft.com/office/officeart/2008/layout/VerticalCurvedList"/>
    <dgm:cxn modelId="{4C6366E4-9521-4608-AD54-A9282D985F75}" srcId="{0E2372D3-4A90-4C24-8ABB-4778A3743221}" destId="{1C9BE9DF-C401-4EA3-8349-95433525A611}" srcOrd="3" destOrd="0" parTransId="{88507177-0975-4DB7-91F9-8808D894A6C3}" sibTransId="{69DF6D0D-CBA5-4109-A3E5-11C591FD2A56}"/>
    <dgm:cxn modelId="{3B63A7E4-41D2-47BE-9338-AC534C2A2679}" srcId="{0E2372D3-4A90-4C24-8ABB-4778A3743221}" destId="{14AE614E-C87A-4D32-838B-86956AE877AF}" srcOrd="0" destOrd="0" parTransId="{FDE8EACC-A855-4307-86B2-B4E373CF2C85}" sibTransId="{EAA037EA-6D68-4F9A-BC79-762D8C7E0F0E}"/>
    <dgm:cxn modelId="{511FE7E8-BCFA-44B0-BC4D-256643E4F588}" type="presOf" srcId="{14AE614E-C87A-4D32-838B-86956AE877AF}" destId="{399556B4-2D7B-430F-ACEE-1AE8FED55878}" srcOrd="0" destOrd="0" presId="urn:microsoft.com/office/officeart/2008/layout/VerticalCurvedList"/>
    <dgm:cxn modelId="{B97B78F0-3486-422C-90DE-D558B9D209DB}" type="presParOf" srcId="{D90F5A1D-6E8A-48EB-B386-DDABBAF576E9}" destId="{8340E494-0C72-49EF-AFFB-BF6EC73524F9}" srcOrd="0" destOrd="0" presId="urn:microsoft.com/office/officeart/2008/layout/VerticalCurvedList"/>
    <dgm:cxn modelId="{5558203A-1049-4CD3-ADE3-C5274568C322}" type="presParOf" srcId="{8340E494-0C72-49EF-AFFB-BF6EC73524F9}" destId="{BAC37D9B-3480-4C87-9A66-2B88660C4278}" srcOrd="0" destOrd="0" presId="urn:microsoft.com/office/officeart/2008/layout/VerticalCurvedList"/>
    <dgm:cxn modelId="{C5DE3B56-BC18-449C-AB64-9C4028110308}" type="presParOf" srcId="{BAC37D9B-3480-4C87-9A66-2B88660C4278}" destId="{D13A6C85-7650-4515-9CF6-3B2A21E76826}" srcOrd="0" destOrd="0" presId="urn:microsoft.com/office/officeart/2008/layout/VerticalCurvedList"/>
    <dgm:cxn modelId="{1A7FBCCF-FA7B-4489-B3FE-FF2A9217FF57}" type="presParOf" srcId="{BAC37D9B-3480-4C87-9A66-2B88660C4278}" destId="{412C3015-9A03-4575-B069-AAD27250928B}" srcOrd="1" destOrd="0" presId="urn:microsoft.com/office/officeart/2008/layout/VerticalCurvedList"/>
    <dgm:cxn modelId="{17AB1A6A-0932-4E8E-96A7-69E890F914FB}" type="presParOf" srcId="{BAC37D9B-3480-4C87-9A66-2B88660C4278}" destId="{479326C5-F27F-4442-9BFD-4D847FB38BDF}" srcOrd="2" destOrd="0" presId="urn:microsoft.com/office/officeart/2008/layout/VerticalCurvedList"/>
    <dgm:cxn modelId="{3384E4EB-10A5-4835-B790-7A7613A5FF1A}" type="presParOf" srcId="{BAC37D9B-3480-4C87-9A66-2B88660C4278}" destId="{B3A48E03-5CA8-4800-9971-52437EDE8C28}" srcOrd="3" destOrd="0" presId="urn:microsoft.com/office/officeart/2008/layout/VerticalCurvedList"/>
    <dgm:cxn modelId="{BEEDABA3-59C5-4758-95B8-3B64CA7E781F}" type="presParOf" srcId="{8340E494-0C72-49EF-AFFB-BF6EC73524F9}" destId="{399556B4-2D7B-430F-ACEE-1AE8FED55878}" srcOrd="1" destOrd="0" presId="urn:microsoft.com/office/officeart/2008/layout/VerticalCurvedList"/>
    <dgm:cxn modelId="{E04F049A-5EAA-4DD1-921A-63BE40A940DB}" type="presParOf" srcId="{8340E494-0C72-49EF-AFFB-BF6EC73524F9}" destId="{E99145D1-25E8-47A0-9A22-D9C9891C62A9}" srcOrd="2" destOrd="0" presId="urn:microsoft.com/office/officeart/2008/layout/VerticalCurvedList"/>
    <dgm:cxn modelId="{2BC3C01B-470A-40A4-9A69-B8599BDCFCB5}" type="presParOf" srcId="{E99145D1-25E8-47A0-9A22-D9C9891C62A9}" destId="{8DE5FBB7-D6A3-4C2B-A42A-6F00BAEE0888}" srcOrd="0" destOrd="0" presId="urn:microsoft.com/office/officeart/2008/layout/VerticalCurvedList"/>
    <dgm:cxn modelId="{0490C143-FFDC-4723-93FD-37279228FB02}" type="presParOf" srcId="{8340E494-0C72-49EF-AFFB-BF6EC73524F9}" destId="{D6870336-0CC4-4C64-A6B2-FA868D4CB96B}" srcOrd="3" destOrd="0" presId="urn:microsoft.com/office/officeart/2008/layout/VerticalCurvedList"/>
    <dgm:cxn modelId="{A4318A0A-655E-4473-8DC3-C5F68E422ED1}" type="presParOf" srcId="{8340E494-0C72-49EF-AFFB-BF6EC73524F9}" destId="{E2C90819-8935-4B35-8519-973B9A4950A1}" srcOrd="4" destOrd="0" presId="urn:microsoft.com/office/officeart/2008/layout/VerticalCurvedList"/>
    <dgm:cxn modelId="{3D526CEF-B067-4354-A9F4-D779B1DE5767}" type="presParOf" srcId="{E2C90819-8935-4B35-8519-973B9A4950A1}" destId="{7DEF04C2-9D31-4B59-AEF0-C7DCC97C1F5D}" srcOrd="0" destOrd="0" presId="urn:microsoft.com/office/officeart/2008/layout/VerticalCurvedList"/>
    <dgm:cxn modelId="{3EDD9F12-F830-47E2-8E58-835CF5CF52EC}" type="presParOf" srcId="{8340E494-0C72-49EF-AFFB-BF6EC73524F9}" destId="{2608402C-40FE-4713-A31D-253AAF592BAE}" srcOrd="5" destOrd="0" presId="urn:microsoft.com/office/officeart/2008/layout/VerticalCurvedList"/>
    <dgm:cxn modelId="{E8B69561-6766-4AAF-85CA-32C10908BD24}" type="presParOf" srcId="{8340E494-0C72-49EF-AFFB-BF6EC73524F9}" destId="{DF5D41FE-EFB3-4026-A417-ADE0FA991DA5}" srcOrd="6" destOrd="0" presId="urn:microsoft.com/office/officeart/2008/layout/VerticalCurvedList"/>
    <dgm:cxn modelId="{73D46469-BC7E-49AA-9AE6-E5127953B3CC}" type="presParOf" srcId="{DF5D41FE-EFB3-4026-A417-ADE0FA991DA5}" destId="{AD793ADE-2E05-482A-8D8F-FB7364A1E8F3}" srcOrd="0" destOrd="0" presId="urn:microsoft.com/office/officeart/2008/layout/VerticalCurvedList"/>
    <dgm:cxn modelId="{D8720785-5FEB-4386-A674-9A99654A9B60}" type="presParOf" srcId="{8340E494-0C72-49EF-AFFB-BF6EC73524F9}" destId="{DC87DAD9-9C22-44B7-BCA2-9D0CDDA02B0A}" srcOrd="7" destOrd="0" presId="urn:microsoft.com/office/officeart/2008/layout/VerticalCurvedList"/>
    <dgm:cxn modelId="{06E3B837-889B-4EF1-9DF1-FF980279A2F0}" type="presParOf" srcId="{8340E494-0C72-49EF-AFFB-BF6EC73524F9}" destId="{47C36AF0-463A-48B4-8003-21CDE01710A3}" srcOrd="8" destOrd="0" presId="urn:microsoft.com/office/officeart/2008/layout/VerticalCurvedList"/>
    <dgm:cxn modelId="{1EC2D2F9-B03D-4F70-9711-34A1B21E007D}" type="presParOf" srcId="{47C36AF0-463A-48B4-8003-21CDE01710A3}" destId="{E604DC76-9F3E-4E36-89CC-CCABB0B4A509}" srcOrd="0" destOrd="0" presId="urn:microsoft.com/office/officeart/2008/layout/VerticalCurvedList"/>
    <dgm:cxn modelId="{40383ABA-B46F-48A9-ACC5-6681035BE42A}" type="presParOf" srcId="{8340E494-0C72-49EF-AFFB-BF6EC73524F9}" destId="{239AAD20-CB69-4B00-B22B-EB38F52FF80F}" srcOrd="9" destOrd="0" presId="urn:microsoft.com/office/officeart/2008/layout/VerticalCurvedList"/>
    <dgm:cxn modelId="{DA7A9FE0-6739-47ED-8832-7FE2360601D0}" type="presParOf" srcId="{8340E494-0C72-49EF-AFFB-BF6EC73524F9}" destId="{1E3EF65F-860B-431E-B463-A2FDE65685CC}" srcOrd="10" destOrd="0" presId="urn:microsoft.com/office/officeart/2008/layout/VerticalCurvedList"/>
    <dgm:cxn modelId="{19C424D7-5630-456E-86C7-CBA0A1EBDB14}" type="presParOf" srcId="{1E3EF65F-860B-431E-B463-A2FDE65685CC}" destId="{0A26097F-A700-4890-B850-C14A07A19AC6}"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C3015-9A03-4575-B069-AAD27250928B}">
      <dsp:nvSpPr>
        <dsp:cNvPr id="0" name=""/>
        <dsp:cNvSpPr/>
      </dsp:nvSpPr>
      <dsp:spPr>
        <a:xfrm>
          <a:off x="-3328620" y="-511985"/>
          <a:ext cx="3969237" cy="3969237"/>
        </a:xfrm>
        <a:prstGeom prst="blockArc">
          <a:avLst>
            <a:gd name="adj1" fmla="val 18900000"/>
            <a:gd name="adj2" fmla="val 2700000"/>
            <a:gd name="adj3" fmla="val 544"/>
          </a:avLst>
        </a:prstGeom>
        <a:noFill/>
        <a:ln w="12700" cap="flat" cmpd="sng" algn="ctr">
          <a:solidFill>
            <a:schemeClr val="accent3">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99556B4-2D7B-430F-ACEE-1AE8FED55878}">
      <dsp:nvSpPr>
        <dsp:cNvPr id="0" name=""/>
        <dsp:cNvSpPr/>
      </dsp:nvSpPr>
      <dsp:spPr>
        <a:xfrm>
          <a:off x="281160" y="184020"/>
          <a:ext cx="5630419" cy="368276"/>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2319"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     1.  COMPANY OVERVIEW</a:t>
          </a:r>
          <a:endParaRPr lang="en-IN" sz="1900" kern="1200" dirty="0"/>
        </a:p>
      </dsp:txBody>
      <dsp:txXfrm>
        <a:off x="281160" y="184020"/>
        <a:ext cx="5630419" cy="368276"/>
      </dsp:txXfrm>
    </dsp:sp>
    <dsp:sp modelId="{8DE5FBB7-D6A3-4C2B-A42A-6F00BAEE0888}">
      <dsp:nvSpPr>
        <dsp:cNvPr id="0" name=""/>
        <dsp:cNvSpPr/>
      </dsp:nvSpPr>
      <dsp:spPr>
        <a:xfrm>
          <a:off x="50987" y="137985"/>
          <a:ext cx="460345" cy="460345"/>
        </a:xfrm>
        <a:prstGeom prst="ellipse">
          <a:avLst/>
        </a:prstGeom>
        <a:solidFill>
          <a:schemeClr val="lt1">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D6870336-0CC4-4C64-A6B2-FA868D4CB96B}">
      <dsp:nvSpPr>
        <dsp:cNvPr id="0" name=""/>
        <dsp:cNvSpPr/>
      </dsp:nvSpPr>
      <dsp:spPr>
        <a:xfrm>
          <a:off x="545056" y="736257"/>
          <a:ext cx="5366523" cy="368276"/>
        </a:xfrm>
        <a:prstGeom prst="rect">
          <a:avLst/>
        </a:prstGeom>
        <a:gradFill rotWithShape="0">
          <a:gsLst>
            <a:gs pos="0">
              <a:schemeClr val="accent2">
                <a:hueOff val="-319344"/>
                <a:satOff val="877"/>
                <a:lumOff val="588"/>
                <a:alphaOff val="0"/>
                <a:satMod val="103000"/>
                <a:lumMod val="102000"/>
                <a:tint val="94000"/>
              </a:schemeClr>
            </a:gs>
            <a:gs pos="50000">
              <a:schemeClr val="accent2">
                <a:hueOff val="-319344"/>
                <a:satOff val="877"/>
                <a:lumOff val="588"/>
                <a:alphaOff val="0"/>
                <a:satMod val="110000"/>
                <a:lumMod val="100000"/>
                <a:shade val="100000"/>
              </a:schemeClr>
            </a:gs>
            <a:gs pos="100000">
              <a:schemeClr val="accent2">
                <a:hueOff val="-319344"/>
                <a:satOff val="877"/>
                <a:lumOff val="588"/>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2319"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 2. BUSINESS MODEL</a:t>
          </a:r>
          <a:endParaRPr lang="en-IN" sz="1900" kern="1200" dirty="0"/>
        </a:p>
      </dsp:txBody>
      <dsp:txXfrm>
        <a:off x="545056" y="736257"/>
        <a:ext cx="5366523" cy="368276"/>
      </dsp:txXfrm>
    </dsp:sp>
    <dsp:sp modelId="{7DEF04C2-9D31-4B59-AEF0-C7DCC97C1F5D}">
      <dsp:nvSpPr>
        <dsp:cNvPr id="0" name=""/>
        <dsp:cNvSpPr/>
      </dsp:nvSpPr>
      <dsp:spPr>
        <a:xfrm>
          <a:off x="314883" y="690223"/>
          <a:ext cx="460345" cy="460345"/>
        </a:xfrm>
        <a:prstGeom prst="ellipse">
          <a:avLst/>
        </a:prstGeom>
        <a:solidFill>
          <a:schemeClr val="lt1">
            <a:hueOff val="0"/>
            <a:satOff val="0"/>
            <a:lumOff val="0"/>
            <a:alphaOff val="0"/>
          </a:schemeClr>
        </a:solidFill>
        <a:ln w="6350" cap="flat" cmpd="sng" algn="ctr">
          <a:solidFill>
            <a:schemeClr val="accent2">
              <a:hueOff val="-319344"/>
              <a:satOff val="877"/>
              <a:lumOff val="588"/>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608402C-40FE-4713-A31D-253AAF592BAE}">
      <dsp:nvSpPr>
        <dsp:cNvPr id="0" name=""/>
        <dsp:cNvSpPr/>
      </dsp:nvSpPr>
      <dsp:spPr>
        <a:xfrm>
          <a:off x="626051" y="1288494"/>
          <a:ext cx="5285528" cy="368276"/>
        </a:xfrm>
        <a:prstGeom prst="rect">
          <a:avLst/>
        </a:prstGeom>
        <a:gradFill rotWithShape="0">
          <a:gsLst>
            <a:gs pos="0">
              <a:schemeClr val="accent2">
                <a:hueOff val="-638687"/>
                <a:satOff val="1755"/>
                <a:lumOff val="1176"/>
                <a:alphaOff val="0"/>
                <a:satMod val="103000"/>
                <a:lumMod val="102000"/>
                <a:tint val="94000"/>
              </a:schemeClr>
            </a:gs>
            <a:gs pos="50000">
              <a:schemeClr val="accent2">
                <a:hueOff val="-638687"/>
                <a:satOff val="1755"/>
                <a:lumOff val="1176"/>
                <a:alphaOff val="0"/>
                <a:satMod val="110000"/>
                <a:lumMod val="100000"/>
                <a:shade val="100000"/>
              </a:schemeClr>
            </a:gs>
            <a:gs pos="100000">
              <a:schemeClr val="accent2">
                <a:hueOff val="-638687"/>
                <a:satOff val="1755"/>
                <a:lumOff val="1176"/>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2319"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3. PROBLEM STATEMENT</a:t>
          </a:r>
          <a:endParaRPr lang="en-IN" sz="1900" kern="1200" dirty="0"/>
        </a:p>
      </dsp:txBody>
      <dsp:txXfrm>
        <a:off x="626051" y="1288494"/>
        <a:ext cx="5285528" cy="368276"/>
      </dsp:txXfrm>
    </dsp:sp>
    <dsp:sp modelId="{AD793ADE-2E05-482A-8D8F-FB7364A1E8F3}">
      <dsp:nvSpPr>
        <dsp:cNvPr id="0" name=""/>
        <dsp:cNvSpPr/>
      </dsp:nvSpPr>
      <dsp:spPr>
        <a:xfrm>
          <a:off x="395878" y="1242460"/>
          <a:ext cx="460345" cy="460345"/>
        </a:xfrm>
        <a:prstGeom prst="ellipse">
          <a:avLst/>
        </a:prstGeom>
        <a:solidFill>
          <a:schemeClr val="lt1">
            <a:hueOff val="0"/>
            <a:satOff val="0"/>
            <a:lumOff val="0"/>
            <a:alphaOff val="0"/>
          </a:schemeClr>
        </a:solidFill>
        <a:ln w="6350" cap="flat" cmpd="sng" algn="ctr">
          <a:solidFill>
            <a:schemeClr val="accent2">
              <a:hueOff val="-638687"/>
              <a:satOff val="1755"/>
              <a:lumOff val="1176"/>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DC87DAD9-9C22-44B7-BCA2-9D0CDDA02B0A}">
      <dsp:nvSpPr>
        <dsp:cNvPr id="0" name=""/>
        <dsp:cNvSpPr/>
      </dsp:nvSpPr>
      <dsp:spPr>
        <a:xfrm>
          <a:off x="545056" y="1840732"/>
          <a:ext cx="5366523" cy="368276"/>
        </a:xfrm>
        <a:prstGeom prst="rect">
          <a:avLst/>
        </a:prstGeom>
        <a:gradFill rotWithShape="0">
          <a:gsLst>
            <a:gs pos="0">
              <a:schemeClr val="accent2">
                <a:hueOff val="-958031"/>
                <a:satOff val="2632"/>
                <a:lumOff val="1764"/>
                <a:alphaOff val="0"/>
                <a:satMod val="103000"/>
                <a:lumMod val="102000"/>
                <a:tint val="94000"/>
              </a:schemeClr>
            </a:gs>
            <a:gs pos="50000">
              <a:schemeClr val="accent2">
                <a:hueOff val="-958031"/>
                <a:satOff val="2632"/>
                <a:lumOff val="1764"/>
                <a:alphaOff val="0"/>
                <a:satMod val="110000"/>
                <a:lumMod val="100000"/>
                <a:shade val="100000"/>
              </a:schemeClr>
            </a:gs>
            <a:gs pos="100000">
              <a:schemeClr val="accent2">
                <a:hueOff val="-958031"/>
                <a:satOff val="2632"/>
                <a:lumOff val="1764"/>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2319"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 4.  DASHBOARD</a:t>
          </a:r>
          <a:endParaRPr lang="en-IN" sz="1900" kern="1200" dirty="0"/>
        </a:p>
      </dsp:txBody>
      <dsp:txXfrm>
        <a:off x="545056" y="1840732"/>
        <a:ext cx="5366523" cy="368276"/>
      </dsp:txXfrm>
    </dsp:sp>
    <dsp:sp modelId="{E604DC76-9F3E-4E36-89CC-CCABB0B4A509}">
      <dsp:nvSpPr>
        <dsp:cNvPr id="0" name=""/>
        <dsp:cNvSpPr/>
      </dsp:nvSpPr>
      <dsp:spPr>
        <a:xfrm>
          <a:off x="314883" y="1794697"/>
          <a:ext cx="460345" cy="460345"/>
        </a:xfrm>
        <a:prstGeom prst="ellipse">
          <a:avLst/>
        </a:prstGeom>
        <a:solidFill>
          <a:schemeClr val="lt1">
            <a:hueOff val="0"/>
            <a:satOff val="0"/>
            <a:lumOff val="0"/>
            <a:alphaOff val="0"/>
          </a:schemeClr>
        </a:solidFill>
        <a:ln w="6350" cap="flat" cmpd="sng" algn="ctr">
          <a:solidFill>
            <a:schemeClr val="accent2">
              <a:hueOff val="-958031"/>
              <a:satOff val="2632"/>
              <a:lumOff val="1764"/>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239AAD20-CB69-4B00-B22B-EB38F52FF80F}">
      <dsp:nvSpPr>
        <dsp:cNvPr id="0" name=""/>
        <dsp:cNvSpPr/>
      </dsp:nvSpPr>
      <dsp:spPr>
        <a:xfrm>
          <a:off x="281160" y="2392969"/>
          <a:ext cx="5630419" cy="368276"/>
        </a:xfrm>
        <a:prstGeom prst="rect">
          <a:avLst/>
        </a:prstGeom>
        <a:gradFill rotWithShape="0">
          <a:gsLst>
            <a:gs pos="0">
              <a:schemeClr val="accent2">
                <a:hueOff val="-1277375"/>
                <a:satOff val="3509"/>
                <a:lumOff val="2352"/>
                <a:alphaOff val="0"/>
                <a:satMod val="103000"/>
                <a:lumMod val="102000"/>
                <a:tint val="94000"/>
              </a:schemeClr>
            </a:gs>
            <a:gs pos="50000">
              <a:schemeClr val="accent2">
                <a:hueOff val="-1277375"/>
                <a:satOff val="3509"/>
                <a:lumOff val="2352"/>
                <a:alphaOff val="0"/>
                <a:satMod val="110000"/>
                <a:lumMod val="100000"/>
                <a:shade val="100000"/>
              </a:schemeClr>
            </a:gs>
            <a:gs pos="100000">
              <a:schemeClr val="accent2">
                <a:hueOff val="-1277375"/>
                <a:satOff val="3509"/>
                <a:lumOff val="2352"/>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92319"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t>      5.  INSIGHTS AND RECOMMENDATION</a:t>
          </a:r>
          <a:endParaRPr lang="en-IN" sz="1900" kern="1200" dirty="0"/>
        </a:p>
      </dsp:txBody>
      <dsp:txXfrm>
        <a:off x="281160" y="2392969"/>
        <a:ext cx="5630419" cy="368276"/>
      </dsp:txXfrm>
    </dsp:sp>
    <dsp:sp modelId="{0A26097F-A700-4890-B850-C14A07A19AC6}">
      <dsp:nvSpPr>
        <dsp:cNvPr id="0" name=""/>
        <dsp:cNvSpPr/>
      </dsp:nvSpPr>
      <dsp:spPr>
        <a:xfrm>
          <a:off x="50987" y="2346935"/>
          <a:ext cx="460345" cy="460345"/>
        </a:xfrm>
        <a:prstGeom prst="ellipse">
          <a:avLst/>
        </a:prstGeom>
        <a:solidFill>
          <a:schemeClr val="lt1">
            <a:hueOff val="0"/>
            <a:satOff val="0"/>
            <a:lumOff val="0"/>
            <a:alphaOff val="0"/>
          </a:schemeClr>
        </a:solidFill>
        <a:ln w="6350" cap="flat" cmpd="sng" algn="ctr">
          <a:solidFill>
            <a:schemeClr val="accent2">
              <a:hueOff val="-1277375"/>
              <a:satOff val="3509"/>
              <a:lumOff val="2352"/>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B11514-E417-453F-B553-460BD3CBDCC8}" type="datetimeFigureOut">
              <a:rPr lang="en-IN" smtClean="0"/>
              <a:t>10-04-2026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6D2660-CB5C-4747-AEFE-A5130221C084}" type="slidenum">
              <a:rPr lang="en-IN" smtClean="0"/>
              <a:t>‹#›</a:t>
            </a:fld>
            <a:endParaRPr lang="en-IN"/>
          </a:p>
        </p:txBody>
      </p:sp>
    </p:spTree>
    <p:extLst>
      <p:ext uri="{BB962C8B-B14F-4D97-AF65-F5344CB8AC3E}">
        <p14:creationId xmlns:p14="http://schemas.microsoft.com/office/powerpoint/2010/main" val="13612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IN"/>
          </a:p>
        </p:txBody>
      </p:sp>
      <p:sp>
        <p:nvSpPr>
          <p:cNvPr id="3" name="Notes Placeholder 2"/>
          <p:cNvSpPr>
            <a:spLocks noGrp="1"/>
          </p:cNvSpPr>
          <p:nvPr>
            <p:ph type="body" idx="1"/>
          </p:nvPr>
        </p:nvSpPr>
        <p:spPr/>
        <p:txBody>
          <a:bodyPr/>
          <a:lstStyle/>
          <a:p>
            <a:r>
              <a:rPr lang="en-US" dirty="0"/>
              <a:t>Agenda</a:t>
            </a:r>
            <a:endParaRPr lang="en-IN" dirty="0"/>
          </a:p>
        </p:txBody>
      </p:sp>
      <p:sp>
        <p:nvSpPr>
          <p:cNvPr id="4" name="Slide Number Placeholder 3"/>
          <p:cNvSpPr>
            <a:spLocks noGrp="1"/>
          </p:cNvSpPr>
          <p:nvPr>
            <p:ph type="sldNum" sz="quarter" idx="5"/>
          </p:nvPr>
        </p:nvSpPr>
        <p:spPr/>
        <p:txBody>
          <a:bodyPr/>
          <a:lstStyle/>
          <a:p>
            <a:fld id="{076D2660-CB5C-4747-AEFE-A5130221C084}" type="slidenum">
              <a:rPr lang="en-IN" smtClean="0"/>
              <a:t>2</a:t>
            </a:fld>
            <a:endParaRPr lang="en-IN"/>
          </a:p>
        </p:txBody>
      </p:sp>
    </p:spTree>
    <p:extLst>
      <p:ext uri="{BB962C8B-B14F-4D97-AF65-F5344CB8AC3E}">
        <p14:creationId xmlns:p14="http://schemas.microsoft.com/office/powerpoint/2010/main" val="3197841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BE0F1-E866-73A7-26B3-F43ADFA9B02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B1309BA9-5592-FB23-BF3A-13A24F8D17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8ED8DC-697E-E79F-4502-55B4BBDE3763}"/>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5" name="Footer Placeholder 4">
            <a:extLst>
              <a:ext uri="{FF2B5EF4-FFF2-40B4-BE49-F238E27FC236}">
                <a16:creationId xmlns:a16="http://schemas.microsoft.com/office/drawing/2014/main" id="{AD1D8C9D-0925-237D-A222-11FD94471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A123D9-0BD6-0244-F5AB-DED1F910B195}"/>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438581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B50A2-BE61-8062-6310-1ECBE0AB47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93B1F0-6ADF-B2C3-EE53-821E2E22E7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643262-3E94-8F47-E50A-BC83382F9D32}"/>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5" name="Footer Placeholder 4">
            <a:extLst>
              <a:ext uri="{FF2B5EF4-FFF2-40B4-BE49-F238E27FC236}">
                <a16:creationId xmlns:a16="http://schemas.microsoft.com/office/drawing/2014/main" id="{7605D472-B9E0-ECAC-7FCF-E2036A8B6B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5816F4-E896-4CDD-BCC1-B9088548EE3E}"/>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4105034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E072-70BD-16BF-736E-9EF4F4262FB6}"/>
              </a:ext>
            </a:extLst>
          </p:cNvPr>
          <p:cNvSpPr>
            <a:spLocks noGrp="1"/>
          </p:cNvSpPr>
          <p:nvPr>
            <p:ph type="title"/>
          </p:nvPr>
        </p:nvSpPr>
        <p:spPr>
          <a:xfrm>
            <a:off x="623888" y="1709743"/>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927766-9698-D4E5-05F3-EF1EFE83D255}"/>
              </a:ext>
            </a:extLst>
          </p:cNvPr>
          <p:cNvSpPr>
            <a:spLocks noGrp="1"/>
          </p:cNvSpPr>
          <p:nvPr>
            <p:ph type="body" idx="1"/>
          </p:nvPr>
        </p:nvSpPr>
        <p:spPr>
          <a:xfrm>
            <a:off x="623888" y="4589468"/>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230E31-8696-FDFA-A0DB-82A3D42AF9AF}"/>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5" name="Footer Placeholder 4">
            <a:extLst>
              <a:ext uri="{FF2B5EF4-FFF2-40B4-BE49-F238E27FC236}">
                <a16:creationId xmlns:a16="http://schemas.microsoft.com/office/drawing/2014/main" id="{9009CB63-1534-B664-CDA1-6F717FEB12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DE75B6-7A15-FFE9-D30D-F6CC909277CF}"/>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15185180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AE560-CBCE-FDA3-149C-07D27B35F9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D514D1-27E5-EE4A-A167-00BB144E977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8AD3687-C909-EED4-0308-8E239C46042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06BFC3-6FFF-AC41-9EF0-CF464C85EAA9}"/>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6" name="Footer Placeholder 5">
            <a:extLst>
              <a:ext uri="{FF2B5EF4-FFF2-40B4-BE49-F238E27FC236}">
                <a16:creationId xmlns:a16="http://schemas.microsoft.com/office/drawing/2014/main" id="{AB7B76C9-881B-687C-C613-1800ABFCF9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4EDB75-82AC-7500-0756-C94B9837B35F}"/>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2826330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419C4-E6B0-66BA-DC23-83A22564A380}"/>
              </a:ext>
            </a:extLst>
          </p:cNvPr>
          <p:cNvSpPr>
            <a:spLocks noGrp="1"/>
          </p:cNvSpPr>
          <p:nvPr>
            <p:ph type="title"/>
          </p:nvPr>
        </p:nvSpPr>
        <p:spPr>
          <a:xfrm>
            <a:off x="629841" y="365129"/>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BAC253-EEB7-CC89-9781-2A41E95A597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C429C04-2EC7-CF8C-021A-B27E1DA5FF4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D8D2C3-C87B-A004-AA8E-E83637CDDAB2}"/>
              </a:ext>
            </a:extLst>
          </p:cNvPr>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D784B91-D6EF-7814-264F-9BE679013F85}"/>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5FABE1-C5D7-17D7-6F15-DAD4D91EF5B1}"/>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8" name="Footer Placeholder 7">
            <a:extLst>
              <a:ext uri="{FF2B5EF4-FFF2-40B4-BE49-F238E27FC236}">
                <a16:creationId xmlns:a16="http://schemas.microsoft.com/office/drawing/2014/main" id="{A95DAE88-B42D-8B02-3E9C-D5F697ABF7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2A10CB-4C93-F837-6710-082FD9A6B0EE}"/>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490860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6E16-3590-62A9-4B88-B02BF9AB4B2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74FE29-B41B-A44E-9321-C2DC0BA9D26F}"/>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4" name="Footer Placeholder 3">
            <a:extLst>
              <a:ext uri="{FF2B5EF4-FFF2-40B4-BE49-F238E27FC236}">
                <a16:creationId xmlns:a16="http://schemas.microsoft.com/office/drawing/2014/main" id="{23674F33-EB3C-3528-9A99-BD35C0D8C7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BF7C19-47DD-0024-C9E5-28F795FD9460}"/>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1867516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F5ADF-FB0F-4D3F-6796-EC88026AD47C}"/>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3" name="Footer Placeholder 2">
            <a:extLst>
              <a:ext uri="{FF2B5EF4-FFF2-40B4-BE49-F238E27FC236}">
                <a16:creationId xmlns:a16="http://schemas.microsoft.com/office/drawing/2014/main" id="{E04700E6-1418-A62F-376E-4CA2A297FD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AFA4DE-0D9C-B471-D100-0200516C8D20}"/>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3321702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15C36-9075-3856-9F15-5F04089E096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99F14F-8FB4-652A-DEC6-47845BFA6BBA}"/>
              </a:ext>
            </a:extLst>
          </p:cNvPr>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F8B184-EE7F-33BF-99D3-20732C8ECF6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AA9D3D7-3838-DAEC-C5AA-50402511D9CB}"/>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6" name="Footer Placeholder 5">
            <a:extLst>
              <a:ext uri="{FF2B5EF4-FFF2-40B4-BE49-F238E27FC236}">
                <a16:creationId xmlns:a16="http://schemas.microsoft.com/office/drawing/2014/main" id="{F901F686-704E-91DB-DC92-0965699B7F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A75BD-C717-D8CE-7C11-D2B6704BB142}"/>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4222466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10A8-F0D0-9F1E-4922-F92D5026314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098864-2EF9-DE2C-E3C2-F836AE3C7C44}"/>
              </a:ext>
            </a:extLst>
          </p:cNvPr>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2A779B0D-E022-D5D3-9804-EBE6247FA2C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E3BA6D3-E6A1-1904-ABB7-404B3F71FA9D}"/>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6" name="Footer Placeholder 5">
            <a:extLst>
              <a:ext uri="{FF2B5EF4-FFF2-40B4-BE49-F238E27FC236}">
                <a16:creationId xmlns:a16="http://schemas.microsoft.com/office/drawing/2014/main" id="{3578F602-3F24-F891-6B8F-B8D166C680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C1998C-72DE-CC41-BFAC-31C337295108}"/>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917112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A9896-C0A7-DA02-59D4-0779A70E4F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9558CF-39DA-D3E9-F2B5-8DD312F440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482A67-67A7-AF3D-6986-0AAA532E1BB7}"/>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5" name="Footer Placeholder 4">
            <a:extLst>
              <a:ext uri="{FF2B5EF4-FFF2-40B4-BE49-F238E27FC236}">
                <a16:creationId xmlns:a16="http://schemas.microsoft.com/office/drawing/2014/main" id="{A6D4EDD1-B45D-8DC0-8D86-6C1F062A3B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CB9400-667E-2008-6A90-0BF61961AF1D}"/>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4267886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220B9B-A369-1D4C-E061-AB3F7F03C7D0}"/>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C052A6-92A1-8D22-08C5-D9F255AAE1C9}"/>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87C91B-3B9C-D51C-B3BB-7620039781E1}"/>
              </a:ext>
            </a:extLst>
          </p:cNvPr>
          <p:cNvSpPr>
            <a:spLocks noGrp="1"/>
          </p:cNvSpPr>
          <p:nvPr>
            <p:ph type="dt" sz="half" idx="10"/>
          </p:nvPr>
        </p:nvSpPr>
        <p:spPr/>
        <p:txBody>
          <a:bodyPr/>
          <a:lstStyle/>
          <a:p>
            <a:fld id="{ABE74C13-65ED-4634-8A8C-5C4A843FCD94}" type="datetimeFigureOut">
              <a:rPr lang="en-IN" smtClean="0"/>
              <a:t>10-04-2026</a:t>
            </a:fld>
            <a:endParaRPr lang="en-IN"/>
          </a:p>
        </p:txBody>
      </p:sp>
      <p:sp>
        <p:nvSpPr>
          <p:cNvPr id="5" name="Footer Placeholder 4">
            <a:extLst>
              <a:ext uri="{FF2B5EF4-FFF2-40B4-BE49-F238E27FC236}">
                <a16:creationId xmlns:a16="http://schemas.microsoft.com/office/drawing/2014/main" id="{A2417979-C1D9-BCC1-440F-71392B2E34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480EA0-8945-21DB-DB31-87B0FBAB26FD}"/>
              </a:ext>
            </a:extLst>
          </p:cNvPr>
          <p:cNvSpPr>
            <a:spLocks noGrp="1"/>
          </p:cNvSpPr>
          <p:nvPr>
            <p:ph type="sldNum" sz="quarter" idx="12"/>
          </p:nvPr>
        </p:nvSpPr>
        <p:spPr/>
        <p:txBody>
          <a:bodyPr/>
          <a:lstStyle/>
          <a:p>
            <a:fld id="{60CCFB34-D1D7-451D-839D-8501091CDA1D}" type="slidenum">
              <a:rPr lang="en-IN" smtClean="0"/>
              <a:t>‹#›</a:t>
            </a:fld>
            <a:endParaRPr lang="en-IN"/>
          </a:p>
        </p:txBody>
      </p:sp>
    </p:spTree>
    <p:extLst>
      <p:ext uri="{BB962C8B-B14F-4D97-AF65-F5344CB8AC3E}">
        <p14:creationId xmlns:p14="http://schemas.microsoft.com/office/powerpoint/2010/main" val="289984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60000"/>
            <a:lumOff val="40000"/>
            <a:alpha val="2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478277-7FD1-3B0B-BC6C-04DB66375CC9}"/>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642862-0B3E-BA89-7DEC-1D8D6EDFA2C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E0F0A7-77DF-A95D-EDC6-054F2EEC3EB3}"/>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BE74C13-65ED-4634-8A8C-5C4A843FCD94}" type="datetimeFigureOut">
              <a:rPr lang="en-IN" smtClean="0"/>
              <a:t>10-04-2026</a:t>
            </a:fld>
            <a:endParaRPr lang="en-IN"/>
          </a:p>
        </p:txBody>
      </p:sp>
      <p:sp>
        <p:nvSpPr>
          <p:cNvPr id="5" name="Footer Placeholder 4">
            <a:extLst>
              <a:ext uri="{FF2B5EF4-FFF2-40B4-BE49-F238E27FC236}">
                <a16:creationId xmlns:a16="http://schemas.microsoft.com/office/drawing/2014/main" id="{F9967C37-E15E-4C28-143F-3A33063FC3F6}"/>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DAC2C1-B23D-DD58-D4B8-BD4375F99D2C}"/>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0CCFB34-D1D7-451D-839D-8501091CDA1D}" type="slidenum">
              <a:rPr lang="en-IN" smtClean="0"/>
              <a:t>‹#›</a:t>
            </a:fld>
            <a:endParaRPr lang="en-IN"/>
          </a:p>
        </p:txBody>
      </p:sp>
    </p:spTree>
    <p:extLst>
      <p:ext uri="{BB962C8B-B14F-4D97-AF65-F5344CB8AC3E}">
        <p14:creationId xmlns:p14="http://schemas.microsoft.com/office/powerpoint/2010/main" val="412811883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5.jpeg"/><Relationship Id="rId5" Type="http://schemas.openxmlformats.org/officeDocument/2006/relationships/diagramQuickStyle" Target="../diagrams/quickStyle1.xml"/><Relationship Id="rId10" Type="http://schemas.openxmlformats.org/officeDocument/2006/relationships/image" Target="../media/image4.jpeg"/><Relationship Id="rId4" Type="http://schemas.openxmlformats.org/officeDocument/2006/relationships/diagramLayout" Target="../diagrams/layout1.xml"/><Relationship Id="rId9"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9.jpeg"/><Relationship Id="rId5" Type="http://schemas.microsoft.com/office/2007/relationships/hdphoto" Target="../media/hdphoto2.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3">
            <a:lumMod val="40000"/>
            <a:lumOff val="60000"/>
            <a:alpha val="20000"/>
          </a:schemeClr>
        </a:solidFill>
        <a:effectLst/>
      </p:bgPr>
    </p:bg>
    <p:spTree>
      <p:nvGrpSpPr>
        <p:cNvPr id="1" name="">
          <a:extLst>
            <a:ext uri="{FF2B5EF4-FFF2-40B4-BE49-F238E27FC236}">
              <a16:creationId xmlns:a16="http://schemas.microsoft.com/office/drawing/2014/main" id="{B1B9C574-9FA8-87A0-D539-90F18D191349}"/>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98D0E7FD-203F-DBC4-30DC-90975979A7C6}"/>
              </a:ext>
            </a:extLst>
          </p:cNvPr>
          <p:cNvGrpSpPr/>
          <p:nvPr/>
        </p:nvGrpSpPr>
        <p:grpSpPr>
          <a:xfrm>
            <a:off x="790102" y="1970121"/>
            <a:ext cx="7813571" cy="1587725"/>
            <a:chOff x="790102" y="1970121"/>
            <a:chExt cx="7813571" cy="1587725"/>
          </a:xfrm>
        </p:grpSpPr>
        <p:sp>
          <p:nvSpPr>
            <p:cNvPr id="3" name="TextBox 2">
              <a:extLst>
                <a:ext uri="{FF2B5EF4-FFF2-40B4-BE49-F238E27FC236}">
                  <a16:creationId xmlns:a16="http://schemas.microsoft.com/office/drawing/2014/main" id="{05C519CC-C3A4-5D2D-9D59-4E9803EFF177}"/>
                </a:ext>
              </a:extLst>
            </p:cNvPr>
            <p:cNvSpPr txBox="1"/>
            <p:nvPr/>
          </p:nvSpPr>
          <p:spPr>
            <a:xfrm>
              <a:off x="2319251" y="2045269"/>
              <a:ext cx="6284422" cy="400110"/>
            </a:xfrm>
            <a:prstGeom prst="rect">
              <a:avLst/>
            </a:prstGeom>
            <a:noFill/>
          </p:spPr>
          <p:txBody>
            <a:bodyPr wrap="square">
              <a:spAutoFit/>
            </a:bodyPr>
            <a:lstStyle/>
            <a:p>
              <a:r>
                <a:rPr lang="en-US" sz="2000" dirty="0">
                  <a:ln>
                    <a:solidFill>
                      <a:schemeClr val="accent1"/>
                    </a:solidFill>
                  </a:ln>
                  <a:solidFill>
                    <a:schemeClr val="accent2">
                      <a:lumMod val="75000"/>
                    </a:schemeClr>
                  </a:solidFill>
                </a:rPr>
                <a:t>Hi everyone . I’m Sheetal Sharma, a data analyst</a:t>
              </a:r>
            </a:p>
          </p:txBody>
        </p:sp>
        <p:sp>
          <p:nvSpPr>
            <p:cNvPr id="5" name="TextBox 4">
              <a:extLst>
                <a:ext uri="{FF2B5EF4-FFF2-40B4-BE49-F238E27FC236}">
                  <a16:creationId xmlns:a16="http://schemas.microsoft.com/office/drawing/2014/main" id="{457E048B-F2C6-D230-D225-0649913D23F6}"/>
                </a:ext>
              </a:extLst>
            </p:cNvPr>
            <p:cNvSpPr txBox="1"/>
            <p:nvPr/>
          </p:nvSpPr>
          <p:spPr>
            <a:xfrm>
              <a:off x="2461804" y="2503999"/>
              <a:ext cx="5569737" cy="584775"/>
            </a:xfrm>
            <a:prstGeom prst="rect">
              <a:avLst/>
            </a:prstGeom>
            <a:noFill/>
          </p:spPr>
          <p:txBody>
            <a:bodyPr wrap="square">
              <a:spAutoFit/>
            </a:bodyPr>
            <a:lstStyle/>
            <a:p>
              <a:pPr algn="ctr"/>
              <a:r>
                <a:rPr lang="en-US" sz="1600" dirty="0"/>
                <a:t>Today I’ll presenting a power bi project that I have crafted during my learning journey without delay, let explore it together!</a:t>
              </a:r>
              <a:endParaRPr lang="en-IN" sz="1600" dirty="0"/>
            </a:p>
          </p:txBody>
        </p:sp>
        <p:pic>
          <p:nvPicPr>
            <p:cNvPr id="9" name="Picture 8">
              <a:extLst>
                <a:ext uri="{FF2B5EF4-FFF2-40B4-BE49-F238E27FC236}">
                  <a16:creationId xmlns:a16="http://schemas.microsoft.com/office/drawing/2014/main" id="{9935AEE3-D707-3820-3D82-712AB845D977}"/>
                </a:ext>
              </a:extLst>
            </p:cNvPr>
            <p:cNvPicPr>
              <a:picLocks noChangeAspect="1"/>
            </p:cNvPicPr>
            <p:nvPr/>
          </p:nvPicPr>
          <p:blipFill rotWithShape="1">
            <a:blip r:embed="rId2">
              <a:extLst>
                <a:ext uri="{28A0092B-C50C-407E-A947-70E740481C1C}">
                  <a14:useLocalDpi xmlns:a14="http://schemas.microsoft.com/office/drawing/2010/main" val="0"/>
                </a:ext>
              </a:extLst>
            </a:blip>
            <a:srcRect l="3254" t="6089" r="3254" b="16353"/>
            <a:stretch>
              <a:fillRect/>
            </a:stretch>
          </p:blipFill>
          <p:spPr>
            <a:xfrm>
              <a:off x="790102" y="1970121"/>
              <a:ext cx="1281658" cy="1587725"/>
            </a:xfrm>
            <a:prstGeom prst="flowChartConnector">
              <a:avLst/>
            </a:prstGeom>
            <a:effectLst>
              <a:outerShdw blurRad="50800" dist="38100" dir="5400000" algn="t" rotWithShape="0">
                <a:prstClr val="black">
                  <a:alpha val="40000"/>
                </a:prstClr>
              </a:outerShdw>
            </a:effectLst>
          </p:spPr>
        </p:pic>
      </p:grpSp>
    </p:spTree>
    <p:extLst>
      <p:ext uri="{BB962C8B-B14F-4D97-AF65-F5344CB8AC3E}">
        <p14:creationId xmlns:p14="http://schemas.microsoft.com/office/powerpoint/2010/main" val="2242073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4B1BBD6-9CA8-3FB8-8E86-CE56E9F01EA5}"/>
              </a:ext>
            </a:extLst>
          </p:cNvPr>
          <p:cNvGrpSpPr/>
          <p:nvPr/>
        </p:nvGrpSpPr>
        <p:grpSpPr>
          <a:xfrm>
            <a:off x="387236" y="1509251"/>
            <a:ext cx="7815343" cy="2945266"/>
            <a:chOff x="516309" y="869334"/>
            <a:chExt cx="10420457" cy="3927021"/>
          </a:xfrm>
        </p:grpSpPr>
        <p:graphicFrame>
          <p:nvGraphicFramePr>
            <p:cNvPr id="7" name="Diagram 6">
              <a:extLst>
                <a:ext uri="{FF2B5EF4-FFF2-40B4-BE49-F238E27FC236}">
                  <a16:creationId xmlns:a16="http://schemas.microsoft.com/office/drawing/2014/main" id="{7D5C0DA0-60DD-89CF-C88E-275E05138453}"/>
                </a:ext>
              </a:extLst>
            </p:cNvPr>
            <p:cNvGraphicFramePr/>
            <p:nvPr>
              <p:extLst>
                <p:ext uri="{D42A27DB-BD31-4B8C-83A1-F6EECF244321}">
                  <p14:modId xmlns:p14="http://schemas.microsoft.com/office/powerpoint/2010/main" val="3062817361"/>
                </p:ext>
              </p:extLst>
            </p:nvPr>
          </p:nvGraphicFramePr>
          <p:xfrm>
            <a:off x="3004637" y="869334"/>
            <a:ext cx="7932129" cy="39270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Oval 8">
              <a:extLst>
                <a:ext uri="{FF2B5EF4-FFF2-40B4-BE49-F238E27FC236}">
                  <a16:creationId xmlns:a16="http://schemas.microsoft.com/office/drawing/2014/main" id="{483B7EB3-3B04-90DA-ACD9-7182B76268AF}"/>
                </a:ext>
              </a:extLst>
            </p:cNvPr>
            <p:cNvSpPr/>
            <p:nvPr/>
          </p:nvSpPr>
          <p:spPr>
            <a:xfrm>
              <a:off x="516309" y="1081606"/>
              <a:ext cx="2808504" cy="3280082"/>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100" dirty="0"/>
                <a:t>AGENDA</a:t>
              </a:r>
              <a:endParaRPr lang="en-IN" sz="2400" dirty="0"/>
            </a:p>
          </p:txBody>
        </p:sp>
        <p:pic>
          <p:nvPicPr>
            <p:cNvPr id="29" name="Picture 28">
              <a:extLst>
                <a:ext uri="{FF2B5EF4-FFF2-40B4-BE49-F238E27FC236}">
                  <a16:creationId xmlns:a16="http://schemas.microsoft.com/office/drawing/2014/main" id="{DA84C040-024D-78B3-DA81-984051A61A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12552" y="1081605"/>
              <a:ext cx="576943" cy="5769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1" name="Picture 30">
              <a:extLst>
                <a:ext uri="{FF2B5EF4-FFF2-40B4-BE49-F238E27FC236}">
                  <a16:creationId xmlns:a16="http://schemas.microsoft.com/office/drawing/2014/main" id="{5A802ACF-A3A5-FCC4-9861-E03F629AF2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60892" y="1810947"/>
              <a:ext cx="560615" cy="56061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5" name="Picture 34">
              <a:extLst>
                <a:ext uri="{FF2B5EF4-FFF2-40B4-BE49-F238E27FC236}">
                  <a16:creationId xmlns:a16="http://schemas.microsoft.com/office/drawing/2014/main" id="{20E29705-8276-BA3D-8417-0D0A070038D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35136" y="2533866"/>
              <a:ext cx="614281" cy="61428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7" name="Picture 36">
              <a:extLst>
                <a:ext uri="{FF2B5EF4-FFF2-40B4-BE49-F238E27FC236}">
                  <a16:creationId xmlns:a16="http://schemas.microsoft.com/office/drawing/2014/main" id="{9FDF69A8-6AC0-C682-1F0C-33FCFCFC23F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20835" y="3253306"/>
              <a:ext cx="650421" cy="65042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9" name="Picture 38">
              <a:extLst>
                <a:ext uri="{FF2B5EF4-FFF2-40B4-BE49-F238E27FC236}">
                  <a16:creationId xmlns:a16="http://schemas.microsoft.com/office/drawing/2014/main" id="{62C3F035-63C5-92DB-FECB-436405A1CCC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077935" y="3998969"/>
              <a:ext cx="613851" cy="613851"/>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Tree>
    <p:extLst>
      <p:ext uri="{BB962C8B-B14F-4D97-AF65-F5344CB8AC3E}">
        <p14:creationId xmlns:p14="http://schemas.microsoft.com/office/powerpoint/2010/main" val="4103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F5A3DD5-E689-7F3D-9EFF-34901F2420D5}"/>
              </a:ext>
            </a:extLst>
          </p:cNvPr>
          <p:cNvGrpSpPr/>
          <p:nvPr/>
        </p:nvGrpSpPr>
        <p:grpSpPr>
          <a:xfrm>
            <a:off x="113126" y="4052938"/>
            <a:ext cx="8485755" cy="1653270"/>
            <a:chOff x="113126" y="4052938"/>
            <a:chExt cx="8485755" cy="1653270"/>
          </a:xfrm>
        </p:grpSpPr>
        <p:sp>
          <p:nvSpPr>
            <p:cNvPr id="9" name="Rectangle: Rounded Corners 8">
              <a:extLst>
                <a:ext uri="{FF2B5EF4-FFF2-40B4-BE49-F238E27FC236}">
                  <a16:creationId xmlns:a16="http://schemas.microsoft.com/office/drawing/2014/main" id="{143BF348-7A46-C443-36AD-9DC9F8F316C8}"/>
                </a:ext>
              </a:extLst>
            </p:cNvPr>
            <p:cNvSpPr/>
            <p:nvPr/>
          </p:nvSpPr>
          <p:spPr>
            <a:xfrm>
              <a:off x="113126" y="4052938"/>
              <a:ext cx="8485755" cy="1653270"/>
            </a:xfrm>
            <a:prstGeom prst="roundRect">
              <a:avLst/>
            </a:prstGeom>
            <a:solidFill>
              <a:schemeClr val="accent2">
                <a:lumMod val="40000"/>
                <a:lumOff val="60000"/>
              </a:schemeClr>
            </a:solidFill>
          </p:spPr>
          <p:style>
            <a:lnRef idx="0">
              <a:schemeClr val="accent2"/>
            </a:lnRef>
            <a:fillRef idx="3">
              <a:schemeClr val="accent2"/>
            </a:fillRef>
            <a:effectRef idx="3">
              <a:schemeClr val="accent2"/>
            </a:effectRef>
            <a:fontRef idx="minor">
              <a:schemeClr val="lt1"/>
            </a:fontRef>
          </p:style>
          <p:txBody>
            <a:bodyPr rtlCol="0" anchor="ctr"/>
            <a:lstStyle/>
            <a:p>
              <a:r>
                <a:rPr lang="en-US" sz="1350" dirty="0">
                  <a:solidFill>
                    <a:schemeClr val="tx1"/>
                  </a:solidFill>
                </a:rPr>
                <a:t>                          Atliq Grand is a leading player  in India’s hospitality sector , it owns a chain of five-star hotels in major                  </a:t>
              </a:r>
            </a:p>
            <a:p>
              <a:r>
                <a:rPr lang="en-US" sz="1350" dirty="0">
                  <a:solidFill>
                    <a:schemeClr val="tx1"/>
                  </a:solidFill>
                </a:rPr>
                <a:t>                          Indian cities like Bangalore, Delhi, Mumbai and Hyderabad. Specializing in both business and luxury                                 </a:t>
              </a:r>
            </a:p>
            <a:p>
              <a:r>
                <a:rPr lang="en-US" sz="1350" dirty="0">
                  <a:solidFill>
                    <a:schemeClr val="tx1"/>
                  </a:solidFill>
                </a:rPr>
                <a:t>                          accommodations, each  property offers a divers  range of room classes tailored to meet the different                 </a:t>
              </a:r>
            </a:p>
            <a:p>
              <a:r>
                <a:rPr lang="en-US" sz="1350" dirty="0">
                  <a:solidFill>
                    <a:schemeClr val="tx1"/>
                  </a:solidFill>
                </a:rPr>
                <a:t>                           needs of its guests.                  </a:t>
              </a:r>
              <a:endParaRPr lang="en-IN" sz="1350" dirty="0">
                <a:solidFill>
                  <a:schemeClr val="tx1"/>
                </a:solidFill>
              </a:endParaRPr>
            </a:p>
          </p:txBody>
        </p:sp>
        <p:pic>
          <p:nvPicPr>
            <p:cNvPr id="13" name="Picture 12">
              <a:extLst>
                <a:ext uri="{FF2B5EF4-FFF2-40B4-BE49-F238E27FC236}">
                  <a16:creationId xmlns:a16="http://schemas.microsoft.com/office/drawing/2014/main" id="{ED49DBA7-3DA9-69E5-54C0-6FE9E34CE417}"/>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397390" y="4159602"/>
              <a:ext cx="1012782" cy="840270"/>
            </a:xfrm>
            <a:prstGeom prst="rect">
              <a:avLst/>
            </a:prstGeom>
          </p:spPr>
        </p:pic>
      </p:grpSp>
      <p:pic>
        <p:nvPicPr>
          <p:cNvPr id="6" name="Picture 5">
            <a:extLst>
              <a:ext uri="{FF2B5EF4-FFF2-40B4-BE49-F238E27FC236}">
                <a16:creationId xmlns:a16="http://schemas.microsoft.com/office/drawing/2014/main" id="{5AACF0AF-3FAC-0812-2EE5-A9C339FDE4F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892" b="92568" l="16216" r="87973">
                        <a14:foregroundMark x1="54730" y1="1892" x2="54730" y2="1892"/>
                        <a14:foregroundMark x1="87703" y1="57297" x2="87703" y2="57297"/>
                        <a14:foregroundMark x1="83784" y1="77703" x2="83784" y2="77703"/>
                        <a14:foregroundMark x1="85270" y1="89054" x2="85270" y2="89054"/>
                        <a14:foregroundMark x1="84865" y1="92568" x2="84865" y2="92568"/>
                        <a14:foregroundMark x1="23649" y1="90541" x2="23649" y2="90541"/>
                        <a14:foregroundMark x1="16622" y1="85946" x2="16622" y2="85946"/>
                        <a14:foregroundMark x1="16351" y1="75946" x2="16351" y2="75946"/>
                        <a14:foregroundMark x1="84865" y1="40946" x2="84865" y2="40946"/>
                        <a14:foregroundMark x1="85270" y1="51351" x2="85270" y2="53108"/>
                        <a14:foregroundMark x1="85270" y1="57568" x2="85946" y2="60405"/>
                        <a14:foregroundMark x1="86216" y1="61757" x2="86216" y2="62838"/>
                        <a14:foregroundMark x1="86216" y1="56216" x2="86216" y2="60405"/>
                        <a14:foregroundMark x1="86216" y1="53108" x2="86216" y2="53108"/>
                        <a14:foregroundMark x1="84189" y1="44730" x2="84189" y2="44730"/>
                        <a14:foregroundMark x1="85946" y1="39595" x2="85946" y2="39595"/>
                        <a14:foregroundMark x1="83784" y1="39189" x2="83784" y2="39189"/>
                        <a14:foregroundMark x1="86622" y1="49324" x2="86622" y2="49324"/>
                        <a14:foregroundMark x1="87973" y1="46892" x2="87973" y2="46892"/>
                        <a14:foregroundMark x1="85270" y1="41351" x2="85270" y2="41351"/>
                        <a14:foregroundMark x1="87027" y1="49324" x2="87973" y2="54865"/>
                        <a14:foregroundMark x1="87703" y1="57297" x2="87703" y2="57297"/>
                        <a14:foregroundMark x1="87703" y1="60000" x2="87703" y2="60000"/>
                      </a14:backgroundRemoval>
                    </a14:imgEffect>
                  </a14:imgLayer>
                </a14:imgProps>
              </a:ext>
              <a:ext uri="{28A0092B-C50C-407E-A947-70E740481C1C}">
                <a14:useLocalDpi xmlns:a14="http://schemas.microsoft.com/office/drawing/2010/main" val="0"/>
              </a:ext>
            </a:extLst>
          </a:blip>
          <a:srcRect l="13993" t="1856" r="8120" b="5634"/>
          <a:stretch>
            <a:fillRect/>
          </a:stretch>
        </p:blipFill>
        <p:spPr>
          <a:xfrm>
            <a:off x="6056465" y="326758"/>
            <a:ext cx="2391507" cy="2840477"/>
          </a:xfrm>
          <a:prstGeom prst="rect">
            <a:avLst/>
          </a:prstGeom>
          <a:ln>
            <a:noFill/>
          </a:ln>
        </p:spPr>
      </p:pic>
      <p:pic>
        <p:nvPicPr>
          <p:cNvPr id="11" name="Picture 10">
            <a:extLst>
              <a:ext uri="{FF2B5EF4-FFF2-40B4-BE49-F238E27FC236}">
                <a16:creationId xmlns:a16="http://schemas.microsoft.com/office/drawing/2014/main" id="{27B08918-679D-B397-FFF3-17C225126D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9832" y="359031"/>
            <a:ext cx="1486989" cy="1486989"/>
          </a:xfrm>
          <a:prstGeom prst="rect">
            <a:avLst/>
          </a:prstGeom>
          <a:effectLst>
            <a:softEdge rad="152400"/>
          </a:effectLst>
        </p:spPr>
      </p:pic>
      <p:sp>
        <p:nvSpPr>
          <p:cNvPr id="10" name="TextBox 9">
            <a:extLst>
              <a:ext uri="{FF2B5EF4-FFF2-40B4-BE49-F238E27FC236}">
                <a16:creationId xmlns:a16="http://schemas.microsoft.com/office/drawing/2014/main" id="{1BCDE121-065D-8606-57E3-A428886C5990}"/>
              </a:ext>
            </a:extLst>
          </p:cNvPr>
          <p:cNvSpPr txBox="1"/>
          <p:nvPr/>
        </p:nvSpPr>
        <p:spPr>
          <a:xfrm>
            <a:off x="174567" y="3344087"/>
            <a:ext cx="4572000" cy="584775"/>
          </a:xfrm>
          <a:prstGeom prst="rect">
            <a:avLst/>
          </a:prstGeom>
          <a:noFill/>
        </p:spPr>
        <p:txBody>
          <a:bodyPr wrap="square">
            <a:spAutoFit/>
          </a:bodyPr>
          <a:lstStyle/>
          <a:p>
            <a:r>
              <a:rPr lang="en-US" sz="3200" dirty="0">
                <a:ln w="0"/>
                <a:solidFill>
                  <a:schemeClr val="accent2">
                    <a:lumMod val="75000"/>
                  </a:schemeClr>
                </a:solidFill>
                <a:effectLst>
                  <a:outerShdw blurRad="38100" dist="25400" dir="5400000" algn="ctr" rotWithShape="0">
                    <a:srgbClr val="6E747A">
                      <a:alpha val="43000"/>
                    </a:srgbClr>
                  </a:outerShdw>
                </a:effectLst>
                <a:latin typeface="Algerian" panose="04020705040A02060702" pitchFamily="82" charset="0"/>
              </a:rPr>
              <a:t>company OVERVIEW</a:t>
            </a:r>
            <a:endParaRPr lang="en-IN" sz="3200" dirty="0">
              <a:solidFill>
                <a:schemeClr val="accent2">
                  <a:lumMod val="75000"/>
                </a:schemeClr>
              </a:solidFill>
            </a:endParaRPr>
          </a:p>
        </p:txBody>
      </p:sp>
    </p:spTree>
    <p:extLst>
      <p:ext uri="{BB962C8B-B14F-4D97-AF65-F5344CB8AC3E}">
        <p14:creationId xmlns:p14="http://schemas.microsoft.com/office/powerpoint/2010/main" val="6974946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15DACCC-5B38-9B1A-E4AB-2593B4BF3D9C}"/>
              </a:ext>
            </a:extLst>
          </p:cNvPr>
          <p:cNvGrpSpPr/>
          <p:nvPr/>
        </p:nvGrpSpPr>
        <p:grpSpPr>
          <a:xfrm>
            <a:off x="106050" y="984069"/>
            <a:ext cx="8946921" cy="4327676"/>
            <a:chOff x="106050" y="984069"/>
            <a:chExt cx="8946921" cy="4327676"/>
          </a:xfrm>
        </p:grpSpPr>
        <p:sp>
          <p:nvSpPr>
            <p:cNvPr id="2" name="Title 1">
              <a:extLst>
                <a:ext uri="{FF2B5EF4-FFF2-40B4-BE49-F238E27FC236}">
                  <a16:creationId xmlns:a16="http://schemas.microsoft.com/office/drawing/2014/main" id="{CCDE908B-ECBC-7AE9-B8ED-50A93FD4BF56}"/>
                </a:ext>
              </a:extLst>
            </p:cNvPr>
            <p:cNvSpPr txBox="1">
              <a:spLocks/>
            </p:cNvSpPr>
            <p:nvPr/>
          </p:nvSpPr>
          <p:spPr>
            <a:xfrm>
              <a:off x="1136887" y="1446502"/>
              <a:ext cx="7140119" cy="786926"/>
            </a:xfrm>
            <a:prstGeom prst="rect">
              <a:avLst/>
            </a:prstGeom>
          </p:spPr>
          <p:txBody>
            <a:bodyPr>
              <a:normAutofit lnSpcReduction="10000"/>
            </a:bodyPr>
            <a:lstStyle>
              <a:lvl1pPr algn="l" defTabSz="914377"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en-US" sz="36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     </a:t>
              </a:r>
              <a:r>
                <a:rPr lang="en-US" sz="54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ATLIQ</a:t>
              </a:r>
              <a:r>
                <a:rPr lang="en-US" sz="495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 </a:t>
              </a:r>
              <a:r>
                <a:rPr lang="en-US" sz="54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rPr>
                <a:t>GRAND</a:t>
              </a:r>
              <a:endParaRPr lang="en-IN" sz="3600" dirty="0">
                <a:ln w="0"/>
                <a:solidFill>
                  <a:schemeClr val="accent1"/>
                </a:solidFill>
                <a:effectLst>
                  <a:outerShdw blurRad="38100" dist="25400" dir="5400000" algn="ctr" rotWithShape="0">
                    <a:srgbClr val="6E747A">
                      <a:alpha val="43000"/>
                    </a:srgbClr>
                  </a:outerShdw>
                </a:effectLst>
                <a:latin typeface="Algerian" panose="04020705040A02060702" pitchFamily="82" charset="0"/>
              </a:endParaRPr>
            </a:p>
          </p:txBody>
        </p:sp>
        <p:pic>
          <p:nvPicPr>
            <p:cNvPr id="4" name="Picture 3">
              <a:extLst>
                <a:ext uri="{FF2B5EF4-FFF2-40B4-BE49-F238E27FC236}">
                  <a16:creationId xmlns:a16="http://schemas.microsoft.com/office/drawing/2014/main" id="{7FD3C7D0-425F-B331-7616-DAD58F3E8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8371" y="3212054"/>
              <a:ext cx="2045040" cy="1484262"/>
            </a:xfrm>
            <a:prstGeom prst="rect">
              <a:avLst/>
            </a:prstGeom>
            <a:scene3d>
              <a:camera prst="orthographicFront"/>
              <a:lightRig rig="threePt" dir="t"/>
            </a:scene3d>
            <a:sp3d>
              <a:bevelT/>
            </a:sp3d>
          </p:spPr>
        </p:pic>
        <p:pic>
          <p:nvPicPr>
            <p:cNvPr id="5" name="Picture 4">
              <a:extLst>
                <a:ext uri="{FF2B5EF4-FFF2-40B4-BE49-F238E27FC236}">
                  <a16:creationId xmlns:a16="http://schemas.microsoft.com/office/drawing/2014/main" id="{2CBCD3C1-5FBC-56FA-150E-88AA578980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50" y="3204533"/>
              <a:ext cx="2323854" cy="1491933"/>
            </a:xfrm>
            <a:prstGeom prst="rect">
              <a:avLst/>
            </a:prstGeom>
            <a:scene3d>
              <a:camera prst="orthographicFront"/>
              <a:lightRig rig="threePt" dir="t"/>
            </a:scene3d>
            <a:sp3d>
              <a:bevelT/>
            </a:sp3d>
          </p:spPr>
        </p:pic>
        <p:pic>
          <p:nvPicPr>
            <p:cNvPr id="6" name="Picture 5">
              <a:extLst>
                <a:ext uri="{FF2B5EF4-FFF2-40B4-BE49-F238E27FC236}">
                  <a16:creationId xmlns:a16="http://schemas.microsoft.com/office/drawing/2014/main" id="{1AE28397-637C-659E-85BF-BB5771D576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0535" y="3211116"/>
              <a:ext cx="2302994" cy="1506415"/>
            </a:xfrm>
            <a:prstGeom prst="rect">
              <a:avLst/>
            </a:prstGeom>
            <a:scene3d>
              <a:camera prst="orthographicFront"/>
              <a:lightRig rig="threePt" dir="t"/>
            </a:scene3d>
            <a:sp3d>
              <a:bevelT/>
            </a:sp3d>
          </p:spPr>
        </p:pic>
        <p:pic>
          <p:nvPicPr>
            <p:cNvPr id="7" name="Picture 6">
              <a:extLst>
                <a:ext uri="{FF2B5EF4-FFF2-40B4-BE49-F238E27FC236}">
                  <a16:creationId xmlns:a16="http://schemas.microsoft.com/office/drawing/2014/main" id="{E1BE1527-9564-1DE1-E89E-B75F6B572C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34758" y="3218673"/>
              <a:ext cx="2018213" cy="1456437"/>
            </a:xfrm>
            <a:prstGeom prst="rect">
              <a:avLst/>
            </a:prstGeom>
            <a:scene3d>
              <a:camera prst="orthographicFront"/>
              <a:lightRig rig="threePt" dir="t"/>
            </a:scene3d>
            <a:sp3d>
              <a:bevelT/>
            </a:sp3d>
          </p:spPr>
        </p:pic>
        <p:cxnSp>
          <p:nvCxnSpPr>
            <p:cNvPr id="9" name="Straight Connector 8">
              <a:extLst>
                <a:ext uri="{FF2B5EF4-FFF2-40B4-BE49-F238E27FC236}">
                  <a16:creationId xmlns:a16="http://schemas.microsoft.com/office/drawing/2014/main" id="{C5F0FFA4-AEAE-1B14-6087-21457D4FC7A7}"/>
                </a:ext>
              </a:extLst>
            </p:cNvPr>
            <p:cNvCxnSpPr>
              <a:cxnSpLocks/>
            </p:cNvCxnSpPr>
            <p:nvPr/>
          </p:nvCxnSpPr>
          <p:spPr>
            <a:xfrm>
              <a:off x="4312763" y="2108658"/>
              <a:ext cx="0" cy="636310"/>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968B23A9-87D1-9F8D-3CB8-DBD85A110539}"/>
                </a:ext>
              </a:extLst>
            </p:cNvPr>
            <p:cNvCxnSpPr>
              <a:cxnSpLocks/>
            </p:cNvCxnSpPr>
            <p:nvPr/>
          </p:nvCxnSpPr>
          <p:spPr>
            <a:xfrm>
              <a:off x="1732179" y="2099782"/>
              <a:ext cx="6035871"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E99C38A4-EC53-B804-F341-8052E908556C}"/>
                </a:ext>
              </a:extLst>
            </p:cNvPr>
            <p:cNvCxnSpPr>
              <a:cxnSpLocks/>
            </p:cNvCxnSpPr>
            <p:nvPr/>
          </p:nvCxnSpPr>
          <p:spPr>
            <a:xfrm>
              <a:off x="1505936" y="2752038"/>
              <a:ext cx="6384303"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B3E3014C-49A8-7DB3-C83A-7A40FA2FD344}"/>
                </a:ext>
              </a:extLst>
            </p:cNvPr>
            <p:cNvCxnSpPr>
              <a:cxnSpLocks/>
            </p:cNvCxnSpPr>
            <p:nvPr/>
          </p:nvCxnSpPr>
          <p:spPr>
            <a:xfrm>
              <a:off x="1500041" y="2746150"/>
              <a:ext cx="0" cy="451309"/>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63C825E8-1875-5601-1420-A64EC72118D7}"/>
                </a:ext>
              </a:extLst>
            </p:cNvPr>
            <p:cNvCxnSpPr>
              <a:cxnSpLocks/>
            </p:cNvCxnSpPr>
            <p:nvPr/>
          </p:nvCxnSpPr>
          <p:spPr>
            <a:xfrm>
              <a:off x="3799002" y="2754398"/>
              <a:ext cx="0" cy="451309"/>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C9F4920A-04FD-3D68-CC16-0E5B1F6CCCEE}"/>
                </a:ext>
              </a:extLst>
            </p:cNvPr>
            <p:cNvCxnSpPr>
              <a:cxnSpLocks/>
            </p:cNvCxnSpPr>
            <p:nvPr/>
          </p:nvCxnSpPr>
          <p:spPr>
            <a:xfrm>
              <a:off x="5871722" y="2755576"/>
              <a:ext cx="0" cy="451309"/>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E99CCA95-D01B-1AA4-E15D-944E0A17697D}"/>
                </a:ext>
              </a:extLst>
            </p:cNvPr>
            <p:cNvCxnSpPr>
              <a:cxnSpLocks/>
            </p:cNvCxnSpPr>
            <p:nvPr/>
          </p:nvCxnSpPr>
          <p:spPr>
            <a:xfrm>
              <a:off x="7887878" y="2749685"/>
              <a:ext cx="0" cy="451309"/>
            </a:xfrm>
            <a:prstGeom prst="line">
              <a:avLst/>
            </a:prstGeom>
          </p:spPr>
          <p:style>
            <a:lnRef idx="2">
              <a:schemeClr val="dk1"/>
            </a:lnRef>
            <a:fillRef idx="0">
              <a:schemeClr val="dk1"/>
            </a:fillRef>
            <a:effectRef idx="1">
              <a:schemeClr val="dk1"/>
            </a:effectRef>
            <a:fontRef idx="minor">
              <a:schemeClr val="tx1"/>
            </a:fontRef>
          </p:style>
        </p:cxnSp>
        <p:pic>
          <p:nvPicPr>
            <p:cNvPr id="15" name="Picture 14">
              <a:extLst>
                <a:ext uri="{FF2B5EF4-FFF2-40B4-BE49-F238E27FC236}">
                  <a16:creationId xmlns:a16="http://schemas.microsoft.com/office/drawing/2014/main" id="{C1360FAE-6E3F-C36A-FDEB-01A55BF46C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11389" y="984069"/>
              <a:ext cx="1280160" cy="1280160"/>
            </a:xfrm>
            <a:prstGeom prst="rect">
              <a:avLst/>
            </a:prstGeom>
            <a:effectLst>
              <a:softEdge rad="152400"/>
            </a:effectLst>
          </p:spPr>
        </p:pic>
        <p:sp>
          <p:nvSpPr>
            <p:cNvPr id="16" name="TextBox 15">
              <a:extLst>
                <a:ext uri="{FF2B5EF4-FFF2-40B4-BE49-F238E27FC236}">
                  <a16:creationId xmlns:a16="http://schemas.microsoft.com/office/drawing/2014/main" id="{8F1AA120-6349-B45A-BA8E-6DF6B24B25A1}"/>
                </a:ext>
              </a:extLst>
            </p:cNvPr>
            <p:cNvSpPr txBox="1"/>
            <p:nvPr/>
          </p:nvSpPr>
          <p:spPr>
            <a:xfrm>
              <a:off x="2943500" y="4911635"/>
              <a:ext cx="1593669" cy="400110"/>
            </a:xfrm>
            <a:prstGeom prst="rect">
              <a:avLst/>
            </a:prstGeom>
            <a:noFill/>
          </p:spPr>
          <p:txBody>
            <a:bodyPr wrap="square" rtlCol="0">
              <a:spAutoFit/>
            </a:bodyPr>
            <a:lstStyle/>
            <a:p>
              <a:r>
                <a:rPr lang="en-US" sz="2000" dirty="0"/>
                <a:t>  Bangalore</a:t>
              </a:r>
            </a:p>
          </p:txBody>
        </p:sp>
        <p:sp>
          <p:nvSpPr>
            <p:cNvPr id="17" name="TextBox 16">
              <a:extLst>
                <a:ext uri="{FF2B5EF4-FFF2-40B4-BE49-F238E27FC236}">
                  <a16:creationId xmlns:a16="http://schemas.microsoft.com/office/drawing/2014/main" id="{41692F0D-A50A-8B23-EA9E-7699675FFBF9}"/>
                </a:ext>
              </a:extLst>
            </p:cNvPr>
            <p:cNvSpPr txBox="1"/>
            <p:nvPr/>
          </p:nvSpPr>
          <p:spPr>
            <a:xfrm>
              <a:off x="461555" y="4872446"/>
              <a:ext cx="1563188" cy="400110"/>
            </a:xfrm>
            <a:prstGeom prst="rect">
              <a:avLst/>
            </a:prstGeom>
            <a:noFill/>
          </p:spPr>
          <p:txBody>
            <a:bodyPr wrap="square" rtlCol="0">
              <a:spAutoFit/>
            </a:bodyPr>
            <a:lstStyle/>
            <a:p>
              <a:r>
                <a:rPr lang="en-US" sz="2000" dirty="0"/>
                <a:t>    Delhi</a:t>
              </a:r>
              <a:endParaRPr lang="en-IN" sz="2000" dirty="0"/>
            </a:p>
          </p:txBody>
        </p:sp>
        <p:sp>
          <p:nvSpPr>
            <p:cNvPr id="18" name="TextBox 17">
              <a:extLst>
                <a:ext uri="{FF2B5EF4-FFF2-40B4-BE49-F238E27FC236}">
                  <a16:creationId xmlns:a16="http://schemas.microsoft.com/office/drawing/2014/main" id="{E1139543-3CF6-8027-ABC0-5824FA56432E}"/>
                </a:ext>
              </a:extLst>
            </p:cNvPr>
            <p:cNvSpPr txBox="1"/>
            <p:nvPr/>
          </p:nvSpPr>
          <p:spPr>
            <a:xfrm>
              <a:off x="5259981" y="4911634"/>
              <a:ext cx="1436915" cy="369332"/>
            </a:xfrm>
            <a:prstGeom prst="rect">
              <a:avLst/>
            </a:prstGeom>
            <a:noFill/>
          </p:spPr>
          <p:txBody>
            <a:bodyPr wrap="square" rtlCol="0">
              <a:spAutoFit/>
            </a:bodyPr>
            <a:lstStyle/>
            <a:p>
              <a:r>
                <a:rPr lang="en-US" dirty="0"/>
                <a:t>Hyderabad</a:t>
              </a:r>
              <a:endParaRPr lang="en-IN" dirty="0"/>
            </a:p>
          </p:txBody>
        </p:sp>
        <p:sp>
          <p:nvSpPr>
            <p:cNvPr id="19" name="TextBox 18">
              <a:extLst>
                <a:ext uri="{FF2B5EF4-FFF2-40B4-BE49-F238E27FC236}">
                  <a16:creationId xmlns:a16="http://schemas.microsoft.com/office/drawing/2014/main" id="{4A03A899-C527-5EB3-E48A-8B46D636F0BA}"/>
                </a:ext>
              </a:extLst>
            </p:cNvPr>
            <p:cNvSpPr txBox="1"/>
            <p:nvPr/>
          </p:nvSpPr>
          <p:spPr>
            <a:xfrm>
              <a:off x="7306495" y="4911638"/>
              <a:ext cx="1532709" cy="383177"/>
            </a:xfrm>
            <a:prstGeom prst="rect">
              <a:avLst/>
            </a:prstGeom>
            <a:noFill/>
          </p:spPr>
          <p:txBody>
            <a:bodyPr wrap="square" rtlCol="0">
              <a:spAutoFit/>
            </a:bodyPr>
            <a:lstStyle/>
            <a:p>
              <a:r>
                <a:rPr lang="en-US" dirty="0"/>
                <a:t>  Mumbai</a:t>
              </a:r>
              <a:endParaRPr lang="en-IN" dirty="0"/>
            </a:p>
          </p:txBody>
        </p:sp>
      </p:grpSp>
    </p:spTree>
    <p:extLst>
      <p:ext uri="{BB962C8B-B14F-4D97-AF65-F5344CB8AC3E}">
        <p14:creationId xmlns:p14="http://schemas.microsoft.com/office/powerpoint/2010/main" val="972732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FE67F9D-357B-641F-B68A-AC72F7606874}"/>
              </a:ext>
            </a:extLst>
          </p:cNvPr>
          <p:cNvGrpSpPr/>
          <p:nvPr/>
        </p:nvGrpSpPr>
        <p:grpSpPr>
          <a:xfrm>
            <a:off x="226427" y="355841"/>
            <a:ext cx="8542977" cy="6219134"/>
            <a:chOff x="226427" y="355841"/>
            <a:chExt cx="8542977" cy="6219134"/>
          </a:xfrm>
        </p:grpSpPr>
        <p:pic>
          <p:nvPicPr>
            <p:cNvPr id="3" name="Picture 2">
              <a:extLst>
                <a:ext uri="{FF2B5EF4-FFF2-40B4-BE49-F238E27FC236}">
                  <a16:creationId xmlns:a16="http://schemas.microsoft.com/office/drawing/2014/main" id="{1003A82A-1065-2149-1683-D6FB1F1468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1255" y="3167746"/>
              <a:ext cx="4702627" cy="2431867"/>
            </a:xfrm>
            <a:prstGeom prst="rect">
              <a:avLst/>
            </a:prstGeom>
          </p:spPr>
        </p:pic>
        <p:pic>
          <p:nvPicPr>
            <p:cNvPr id="5" name="Picture 4">
              <a:extLst>
                <a:ext uri="{FF2B5EF4-FFF2-40B4-BE49-F238E27FC236}">
                  <a16:creationId xmlns:a16="http://schemas.microsoft.com/office/drawing/2014/main" id="{B6F6A655-53FB-9E6A-7746-53FD8F3D1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27" y="355841"/>
              <a:ext cx="3753393" cy="2051354"/>
            </a:xfrm>
            <a:prstGeom prst="rect">
              <a:avLst/>
            </a:prstGeom>
          </p:spPr>
        </p:pic>
        <p:pic>
          <p:nvPicPr>
            <p:cNvPr id="7" name="Picture 6">
              <a:extLst>
                <a:ext uri="{FF2B5EF4-FFF2-40B4-BE49-F238E27FC236}">
                  <a16:creationId xmlns:a16="http://schemas.microsoft.com/office/drawing/2014/main" id="{7A7B65C1-A32C-6B94-08DF-65529A0002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8061" y="362092"/>
              <a:ext cx="3631343" cy="2111137"/>
            </a:xfrm>
            <a:prstGeom prst="rect">
              <a:avLst/>
            </a:prstGeom>
          </p:spPr>
        </p:pic>
        <p:sp>
          <p:nvSpPr>
            <p:cNvPr id="40" name="TextBox 39">
              <a:extLst>
                <a:ext uri="{FF2B5EF4-FFF2-40B4-BE49-F238E27FC236}">
                  <a16:creationId xmlns:a16="http://schemas.microsoft.com/office/drawing/2014/main" id="{B34FB4D5-33F5-2E73-AB74-4E996BEF4B01}"/>
                </a:ext>
              </a:extLst>
            </p:cNvPr>
            <p:cNvSpPr txBox="1"/>
            <p:nvPr/>
          </p:nvSpPr>
          <p:spPr>
            <a:xfrm>
              <a:off x="602149" y="2542904"/>
              <a:ext cx="2211977"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solidFill>
                    <a:schemeClr val="tx2">
                      <a:lumMod val="75000"/>
                    </a:schemeClr>
                  </a:solidFill>
                </a:rPr>
                <a:t>   Business Hotel</a:t>
              </a:r>
              <a:endParaRPr lang="en-IN" b="1" dirty="0">
                <a:solidFill>
                  <a:schemeClr val="tx2">
                    <a:lumMod val="75000"/>
                  </a:schemeClr>
                </a:solidFill>
              </a:endParaRPr>
            </a:p>
          </p:txBody>
        </p:sp>
        <p:sp>
          <p:nvSpPr>
            <p:cNvPr id="50" name="Arrow: Bent 49">
              <a:extLst>
                <a:ext uri="{FF2B5EF4-FFF2-40B4-BE49-F238E27FC236}">
                  <a16:creationId xmlns:a16="http://schemas.microsoft.com/office/drawing/2014/main" id="{152F3C84-3C81-9D41-A893-26A5CD8461DC}"/>
                </a:ext>
              </a:extLst>
            </p:cNvPr>
            <p:cNvSpPr/>
            <p:nvPr/>
          </p:nvSpPr>
          <p:spPr>
            <a:xfrm rot="10800000">
              <a:off x="6701331" y="2908663"/>
              <a:ext cx="814166" cy="2299062"/>
            </a:xfrm>
            <a:prstGeom prst="ben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schemeClr val="tx1"/>
                </a:solidFill>
              </a:endParaRPr>
            </a:p>
          </p:txBody>
        </p:sp>
        <p:sp>
          <p:nvSpPr>
            <p:cNvPr id="51" name="Arrow: Bent 50">
              <a:extLst>
                <a:ext uri="{FF2B5EF4-FFF2-40B4-BE49-F238E27FC236}">
                  <a16:creationId xmlns:a16="http://schemas.microsoft.com/office/drawing/2014/main" id="{44145F0D-8A8A-F520-EB6E-85E547BB9899}"/>
                </a:ext>
              </a:extLst>
            </p:cNvPr>
            <p:cNvSpPr/>
            <p:nvPr/>
          </p:nvSpPr>
          <p:spPr>
            <a:xfrm rot="10800000" flipH="1">
              <a:off x="1124025" y="2934789"/>
              <a:ext cx="753294" cy="2368730"/>
            </a:xfrm>
            <a:prstGeom prst="bentArrow">
              <a:avLst>
                <a:gd name="adj1" fmla="val 25000"/>
                <a:gd name="adj2" fmla="val 24371"/>
                <a:gd name="adj3" fmla="val 25000"/>
                <a:gd name="adj4" fmla="val 4375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solidFill>
                  <a:schemeClr val="tx1"/>
                </a:solidFill>
              </a:endParaRPr>
            </a:p>
          </p:txBody>
        </p:sp>
        <p:sp>
          <p:nvSpPr>
            <p:cNvPr id="52" name="TextBox 51">
              <a:extLst>
                <a:ext uri="{FF2B5EF4-FFF2-40B4-BE49-F238E27FC236}">
                  <a16:creationId xmlns:a16="http://schemas.microsoft.com/office/drawing/2014/main" id="{003E73CC-6F63-FDC2-3EA4-FA402659F88E}"/>
                </a:ext>
              </a:extLst>
            </p:cNvPr>
            <p:cNvSpPr txBox="1"/>
            <p:nvPr/>
          </p:nvSpPr>
          <p:spPr>
            <a:xfrm>
              <a:off x="6156964" y="2508070"/>
              <a:ext cx="195072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b="1" dirty="0"/>
                <a:t>    Luxury Hotel</a:t>
              </a:r>
            </a:p>
          </p:txBody>
        </p:sp>
        <p:sp>
          <p:nvSpPr>
            <p:cNvPr id="56" name="Callout: Left Arrow 55">
              <a:extLst>
                <a:ext uri="{FF2B5EF4-FFF2-40B4-BE49-F238E27FC236}">
                  <a16:creationId xmlns:a16="http://schemas.microsoft.com/office/drawing/2014/main" id="{84B5D187-8A9F-367F-2563-B0C74893149F}"/>
                </a:ext>
              </a:extLst>
            </p:cNvPr>
            <p:cNvSpPr/>
            <p:nvPr/>
          </p:nvSpPr>
          <p:spPr>
            <a:xfrm rot="5400000">
              <a:off x="3875313" y="4833260"/>
              <a:ext cx="923109" cy="2560321"/>
            </a:xfrm>
            <a:prstGeom prst="leftArrowCallout">
              <a:avLst>
                <a:gd name="adj1" fmla="val 21698"/>
                <a:gd name="adj2" fmla="val 10849"/>
                <a:gd name="adj3" fmla="val 25000"/>
                <a:gd name="adj4" fmla="val 44222"/>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sp>
          <p:nvSpPr>
            <p:cNvPr id="53" name="TextBox 52">
              <a:extLst>
                <a:ext uri="{FF2B5EF4-FFF2-40B4-BE49-F238E27FC236}">
                  <a16:creationId xmlns:a16="http://schemas.microsoft.com/office/drawing/2014/main" id="{0983C5E9-24EB-3CD5-CC2E-1EB098E4079B}"/>
                </a:ext>
              </a:extLst>
            </p:cNvPr>
            <p:cNvSpPr txBox="1"/>
            <p:nvPr/>
          </p:nvSpPr>
          <p:spPr>
            <a:xfrm>
              <a:off x="3048010" y="6165671"/>
              <a:ext cx="2560321"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sz="2000" b="1" dirty="0"/>
                <a:t>    Room Class</a:t>
              </a:r>
              <a:endParaRPr lang="en-IN" sz="2000" b="1" dirty="0"/>
            </a:p>
          </p:txBody>
        </p:sp>
      </p:grpSp>
    </p:spTree>
    <p:extLst>
      <p:ext uri="{BB962C8B-B14F-4D97-AF65-F5344CB8AC3E}">
        <p14:creationId xmlns:p14="http://schemas.microsoft.com/office/powerpoint/2010/main" val="1680842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249439-C251-881E-E3C8-09B634850FA8}"/>
              </a:ext>
            </a:extLst>
          </p:cNvPr>
          <p:cNvGrpSpPr/>
          <p:nvPr/>
        </p:nvGrpSpPr>
        <p:grpSpPr>
          <a:xfrm>
            <a:off x="98893" y="435432"/>
            <a:ext cx="8844792" cy="4832335"/>
            <a:chOff x="98893" y="435432"/>
            <a:chExt cx="8844792" cy="4832335"/>
          </a:xfrm>
        </p:grpSpPr>
        <p:sp>
          <p:nvSpPr>
            <p:cNvPr id="2" name="TextBox 1">
              <a:extLst>
                <a:ext uri="{FF2B5EF4-FFF2-40B4-BE49-F238E27FC236}">
                  <a16:creationId xmlns:a16="http://schemas.microsoft.com/office/drawing/2014/main" id="{D0801A46-CB46-9EA7-30BB-184775810792}"/>
                </a:ext>
              </a:extLst>
            </p:cNvPr>
            <p:cNvSpPr txBox="1"/>
            <p:nvPr/>
          </p:nvSpPr>
          <p:spPr>
            <a:xfrm>
              <a:off x="98893" y="3235218"/>
              <a:ext cx="5039164" cy="600164"/>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wrap="square" rtlCol="0">
              <a:spAutoFit/>
            </a:bodyPr>
            <a:lstStyle/>
            <a:p>
              <a:pPr algn="l"/>
              <a:r>
                <a:rPr lang="en-US" sz="3300" dirty="0">
                  <a:solidFill>
                    <a:schemeClr val="accent2">
                      <a:lumMod val="75000"/>
                    </a:schemeClr>
                  </a:solidFill>
                  <a:latin typeface="Algerian" panose="04020705040A02060702" pitchFamily="82" charset="0"/>
                </a:rPr>
                <a:t> Problem </a:t>
              </a:r>
              <a:r>
                <a:rPr lang="en-US" sz="3300" dirty="0">
                  <a:ln w="0">
                    <a:noFill/>
                  </a:ln>
                  <a:solidFill>
                    <a:schemeClr val="accent2">
                      <a:lumMod val="75000"/>
                    </a:schemeClr>
                  </a:solidFill>
                  <a:effectLst>
                    <a:outerShdw blurRad="38100" dist="19050" dir="2700000" algn="tl" rotWithShape="0">
                      <a:schemeClr val="dk1">
                        <a:alpha val="40000"/>
                      </a:schemeClr>
                    </a:outerShdw>
                  </a:effectLst>
                  <a:latin typeface="Algerian" panose="04020705040A02060702" pitchFamily="82" charset="0"/>
                </a:rPr>
                <a:t>statement</a:t>
              </a:r>
              <a:endParaRPr lang="en-IN" sz="3300" dirty="0">
                <a:solidFill>
                  <a:schemeClr val="accent2">
                    <a:lumMod val="75000"/>
                  </a:schemeClr>
                </a:solidFill>
                <a:latin typeface="Algerian" panose="04020705040A02060702" pitchFamily="82" charset="0"/>
              </a:endParaRPr>
            </a:p>
          </p:txBody>
        </p:sp>
        <p:sp>
          <p:nvSpPr>
            <p:cNvPr id="4" name="Rectangle: Rounded Corners 3">
              <a:extLst>
                <a:ext uri="{FF2B5EF4-FFF2-40B4-BE49-F238E27FC236}">
                  <a16:creationId xmlns:a16="http://schemas.microsoft.com/office/drawing/2014/main" id="{B87D2EF7-6332-37B8-AF40-8199FD7135BF}"/>
                </a:ext>
              </a:extLst>
            </p:cNvPr>
            <p:cNvSpPr/>
            <p:nvPr/>
          </p:nvSpPr>
          <p:spPr>
            <a:xfrm>
              <a:off x="106964" y="3911540"/>
              <a:ext cx="8836721" cy="1356227"/>
            </a:xfrm>
            <a:prstGeom prst="roundRect">
              <a:avLst/>
            </a:prstGeom>
            <a:solidFill>
              <a:schemeClr val="accent2">
                <a:lumMod val="40000"/>
                <a:lumOff val="60000"/>
              </a:schemeClr>
            </a:solidFill>
          </p:spPr>
          <p:style>
            <a:lnRef idx="0">
              <a:schemeClr val="accent2"/>
            </a:lnRef>
            <a:fillRef idx="3">
              <a:schemeClr val="accent2"/>
            </a:fillRef>
            <a:effectRef idx="3">
              <a:schemeClr val="accent2"/>
            </a:effectRef>
            <a:fontRef idx="minor">
              <a:schemeClr val="lt1"/>
            </a:fontRef>
          </p:style>
          <p:txBody>
            <a:bodyPr rtlCol="0" anchor="t"/>
            <a:lstStyle/>
            <a:p>
              <a:pPr lvl="1" algn="just"/>
              <a:r>
                <a:rPr lang="en-US" sz="1200" dirty="0">
                  <a:solidFill>
                    <a:schemeClr val="tx1"/>
                  </a:solidFill>
                </a:rPr>
                <a:t>  Atliq Grands, a renowned player in the luxury/business hotel industry of India  for the past two  decades, faces a critical challenge. Despite their longstanding presence, they’re experiencing a decline in market share and revenue due to competition and management decisions. To reverse this trend, they seek to implement ‘Business and Data Intelligence. 'Without an in-house team, they plan to hire a third-party service provider for insights from their historical data.  </a:t>
              </a:r>
              <a:endParaRPr lang="en-IN" sz="1200" dirty="0">
                <a:solidFill>
                  <a:schemeClr val="tx1"/>
                </a:solidFill>
              </a:endParaRPr>
            </a:p>
          </p:txBody>
        </p:sp>
        <p:pic>
          <p:nvPicPr>
            <p:cNvPr id="5" name="Picture 4">
              <a:extLst>
                <a:ext uri="{FF2B5EF4-FFF2-40B4-BE49-F238E27FC236}">
                  <a16:creationId xmlns:a16="http://schemas.microsoft.com/office/drawing/2014/main" id="{4D5BE7CB-1809-B462-8E19-751EFA9ADB11}"/>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47242" y="3934178"/>
              <a:ext cx="703860" cy="427577"/>
            </a:xfrm>
            <a:prstGeom prst="rect">
              <a:avLst/>
            </a:prstGeom>
          </p:spPr>
        </p:pic>
        <p:pic>
          <p:nvPicPr>
            <p:cNvPr id="6" name="Picture 5">
              <a:extLst>
                <a:ext uri="{FF2B5EF4-FFF2-40B4-BE49-F238E27FC236}">
                  <a16:creationId xmlns:a16="http://schemas.microsoft.com/office/drawing/2014/main" id="{A8D982F2-D175-2A3E-F3FB-CAD3BD5F1F55}"/>
                </a:ext>
              </a:extLst>
            </p:cNvPr>
            <p:cNvPicPr>
              <a:picLocks noChangeAspect="1"/>
            </p:cNvPicPr>
            <p:nvPr/>
          </p:nvPicPr>
          <p:blipFill>
            <a:blip r:embed="rId4">
              <a:extLst>
                <a:ext uri="{28A0092B-C50C-407E-A947-70E740481C1C}">
                  <a14:useLocalDpi xmlns:a14="http://schemas.microsoft.com/office/drawing/2010/main" val="0"/>
                </a:ext>
              </a:extLst>
            </a:blip>
            <a:srcRect l="6747" t="9808" r="10901" b="7150"/>
            <a:stretch>
              <a:fillRect/>
            </a:stretch>
          </p:blipFill>
          <p:spPr>
            <a:xfrm>
              <a:off x="6470469" y="470263"/>
              <a:ext cx="2039438" cy="221197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contourClr>
                <a:srgbClr val="969696"/>
              </a:contourClr>
            </a:sp3d>
          </p:spPr>
        </p:pic>
        <p:pic>
          <p:nvPicPr>
            <p:cNvPr id="8" name="Picture 7">
              <a:extLst>
                <a:ext uri="{FF2B5EF4-FFF2-40B4-BE49-F238E27FC236}">
                  <a16:creationId xmlns:a16="http://schemas.microsoft.com/office/drawing/2014/main" id="{750A85C2-3288-16A8-F83D-926C2CABAB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1780" y="435432"/>
              <a:ext cx="1837509" cy="1837509"/>
            </a:xfrm>
            <a:prstGeom prst="rect">
              <a:avLst/>
            </a:prstGeom>
            <a:effectLst>
              <a:softEdge rad="152400"/>
            </a:effectLst>
          </p:spPr>
        </p:pic>
      </p:grpSp>
    </p:spTree>
    <p:extLst>
      <p:ext uri="{BB962C8B-B14F-4D97-AF65-F5344CB8AC3E}">
        <p14:creationId xmlns:p14="http://schemas.microsoft.com/office/powerpoint/2010/main" val="40532683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BDB34A-1F59-AC02-77F0-BA6B988ACE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2484"/>
            <a:ext cx="9144000" cy="5293032"/>
          </a:xfrm>
          <a:prstGeom prst="rect">
            <a:avLst/>
          </a:prstGeom>
        </p:spPr>
      </p:pic>
    </p:spTree>
    <p:extLst>
      <p:ext uri="{BB962C8B-B14F-4D97-AF65-F5344CB8AC3E}">
        <p14:creationId xmlns:p14="http://schemas.microsoft.com/office/powerpoint/2010/main" val="4230529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786530-30D9-C567-049D-FD1AB9B911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3881"/>
            <a:ext cx="9144000" cy="4650237"/>
          </a:xfrm>
          <a:prstGeom prst="rect">
            <a:avLst/>
          </a:prstGeom>
        </p:spPr>
      </p:pic>
    </p:spTree>
    <p:extLst>
      <p:ext uri="{BB962C8B-B14F-4D97-AF65-F5344CB8AC3E}">
        <p14:creationId xmlns:p14="http://schemas.microsoft.com/office/powerpoint/2010/main" val="4007677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AC6863-2E9C-7858-5BAA-BECDD3248D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84331"/>
            <a:ext cx="9144000" cy="5089337"/>
          </a:xfrm>
          <a:prstGeom prst="rect">
            <a:avLst/>
          </a:prstGeom>
        </p:spPr>
      </p:pic>
    </p:spTree>
    <p:extLst>
      <p:ext uri="{BB962C8B-B14F-4D97-AF65-F5344CB8AC3E}">
        <p14:creationId xmlns:p14="http://schemas.microsoft.com/office/powerpoint/2010/main" val="1766118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223513-3310-4CC2-1E30-373FE3C534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7263"/>
            <a:ext cx="9144000" cy="5683474"/>
          </a:xfrm>
          <a:prstGeom prst="rect">
            <a:avLst/>
          </a:prstGeom>
        </p:spPr>
      </p:pic>
    </p:spTree>
    <p:extLst>
      <p:ext uri="{BB962C8B-B14F-4D97-AF65-F5344CB8AC3E}">
        <p14:creationId xmlns:p14="http://schemas.microsoft.com/office/powerpoint/2010/main" val="26612335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alpha val="20000"/>
          </a:schemeClr>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F1B37315-7437-A07F-4163-9DAFC3F9F103}"/>
              </a:ext>
            </a:extLst>
          </p:cNvPr>
          <p:cNvGrpSpPr/>
          <p:nvPr/>
        </p:nvGrpSpPr>
        <p:grpSpPr>
          <a:xfrm>
            <a:off x="548640" y="316675"/>
            <a:ext cx="7747462" cy="5928043"/>
            <a:chOff x="548640" y="316675"/>
            <a:chExt cx="7747462" cy="5928043"/>
          </a:xfrm>
        </p:grpSpPr>
        <p:sp>
          <p:nvSpPr>
            <p:cNvPr id="15" name="Rectangle: Rounded Corners 14">
              <a:extLst>
                <a:ext uri="{FF2B5EF4-FFF2-40B4-BE49-F238E27FC236}">
                  <a16:creationId xmlns:a16="http://schemas.microsoft.com/office/drawing/2014/main" id="{D8001056-914B-DC33-1D41-2EFD5D3E4652}"/>
                </a:ext>
              </a:extLst>
            </p:cNvPr>
            <p:cNvSpPr/>
            <p:nvPr/>
          </p:nvSpPr>
          <p:spPr>
            <a:xfrm>
              <a:off x="548640" y="1280160"/>
              <a:ext cx="7747462" cy="4902925"/>
            </a:xfrm>
            <a:prstGeom prst="roundRect">
              <a:avLst/>
            </a:prstGeom>
            <a:solidFill>
              <a:schemeClr val="accent2">
                <a:lumMod val="60000"/>
                <a:lumOff val="40000"/>
              </a:schemeClr>
            </a:solidFill>
            <a:ln>
              <a:solidFill>
                <a:schemeClr val="accent2">
                  <a:lumMod val="60000"/>
                  <a:lumOff val="40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grpSp>
          <p:nvGrpSpPr>
            <p:cNvPr id="13" name="Group 12">
              <a:extLst>
                <a:ext uri="{FF2B5EF4-FFF2-40B4-BE49-F238E27FC236}">
                  <a16:creationId xmlns:a16="http://schemas.microsoft.com/office/drawing/2014/main" id="{2541F77F-AC9A-E482-AE43-B4909EA0AFD5}"/>
                </a:ext>
              </a:extLst>
            </p:cNvPr>
            <p:cNvGrpSpPr/>
            <p:nvPr/>
          </p:nvGrpSpPr>
          <p:grpSpPr>
            <a:xfrm>
              <a:off x="714284" y="1474181"/>
              <a:ext cx="7527766" cy="4770537"/>
              <a:chOff x="744220" y="395131"/>
              <a:chExt cx="7961865" cy="5028116"/>
            </a:xfrm>
          </p:grpSpPr>
          <p:sp>
            <p:nvSpPr>
              <p:cNvPr id="3" name="TextBox 2">
                <a:extLst>
                  <a:ext uri="{FF2B5EF4-FFF2-40B4-BE49-F238E27FC236}">
                    <a16:creationId xmlns:a16="http://schemas.microsoft.com/office/drawing/2014/main" id="{68D5ADD9-9FCC-D845-9A41-A25EEC6761D3}"/>
                  </a:ext>
                </a:extLst>
              </p:cNvPr>
              <p:cNvSpPr txBox="1"/>
              <p:nvPr/>
            </p:nvSpPr>
            <p:spPr>
              <a:xfrm>
                <a:off x="1194942" y="395131"/>
                <a:ext cx="7511143" cy="5028116"/>
              </a:xfrm>
              <a:prstGeom prst="rect">
                <a:avLst/>
              </a:prstGeom>
              <a:noFill/>
            </p:spPr>
            <p:txBody>
              <a:bodyPr wrap="square">
                <a:spAutoFit/>
              </a:bodyPr>
              <a:lstStyle/>
              <a:p>
                <a:r>
                  <a:rPr lang="en-IN" sz="1600" dirty="0"/>
                  <a:t>Mumbai leads in revenue generation among all cities, with an impressive total of 669 million rupees.</a:t>
                </a:r>
              </a:p>
              <a:p>
                <a:endParaRPr lang="en-IN" sz="1600" dirty="0"/>
              </a:p>
              <a:p>
                <a:r>
                  <a:rPr lang="en-IN" sz="1600" dirty="0"/>
                  <a:t>Despite achieving the highest average rating, Delhi registered the lowest revenue of 290 million.</a:t>
                </a:r>
              </a:p>
              <a:p>
                <a:r>
                  <a:rPr lang="en-IN" sz="1600" dirty="0"/>
                  <a:t> </a:t>
                </a:r>
              </a:p>
              <a:p>
                <a:r>
                  <a:rPr lang="en-IN" sz="1600" dirty="0"/>
                  <a:t>A significant portion of the revenue is derived from luxury hotels.</a:t>
                </a:r>
              </a:p>
              <a:p>
                <a:endParaRPr lang="en-IN" sz="1600" dirty="0"/>
              </a:p>
              <a:p>
                <a:r>
                  <a:rPr lang="en-IN" sz="1600" dirty="0"/>
                  <a:t>MakeMyTrip recorded the second highest number of bookings among all booking platforms .</a:t>
                </a:r>
              </a:p>
              <a:p>
                <a:endParaRPr lang="en-IN" sz="1600" dirty="0"/>
              </a:p>
              <a:p>
                <a:r>
                  <a:rPr lang="en-IN" sz="1600" dirty="0"/>
                  <a:t>AtliQ Exotica and AtliQ Palace are the top contributors to revenue, accounting for 18.75% and 17.80% respectively. Both boast solid average ratings of 3.62 and 3.75, indicating their quality performance.</a:t>
                </a:r>
              </a:p>
              <a:p>
                <a:endParaRPr lang="en-IN" sz="1600" dirty="0"/>
              </a:p>
              <a:p>
                <a:r>
                  <a:rPr lang="en-IN" sz="1600" dirty="0"/>
                  <a:t>Weekdays command the highest revenue, totalling 1.16 billion rupees.</a:t>
                </a:r>
              </a:p>
              <a:p>
                <a:endParaRPr lang="en-IN" sz="1600" dirty="0"/>
              </a:p>
              <a:p>
                <a:r>
                  <a:rPr lang="en-IN" sz="1600" dirty="0"/>
                  <a:t>Elite and premium rooms are the primary revenue generators among all room class types.</a:t>
                </a:r>
              </a:p>
            </p:txBody>
          </p:sp>
          <p:pic>
            <p:nvPicPr>
              <p:cNvPr id="5" name="Picture 4">
                <a:extLst>
                  <a:ext uri="{FF2B5EF4-FFF2-40B4-BE49-F238E27FC236}">
                    <a16:creationId xmlns:a16="http://schemas.microsoft.com/office/drawing/2014/main" id="{91CB7FBA-4C16-1B3E-9C9F-95B34C034471}"/>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51213" y="1154046"/>
                <a:ext cx="476073" cy="394981"/>
              </a:xfrm>
              <a:prstGeom prst="rect">
                <a:avLst/>
              </a:prstGeom>
            </p:spPr>
          </p:pic>
          <p:pic>
            <p:nvPicPr>
              <p:cNvPr id="6" name="Picture 5">
                <a:extLst>
                  <a:ext uri="{FF2B5EF4-FFF2-40B4-BE49-F238E27FC236}">
                    <a16:creationId xmlns:a16="http://schemas.microsoft.com/office/drawing/2014/main" id="{ADCE8550-D455-1849-30CE-AD73490AC3AF}"/>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00011" y="425618"/>
                <a:ext cx="476073" cy="394981"/>
              </a:xfrm>
              <a:prstGeom prst="rect">
                <a:avLst/>
              </a:prstGeom>
            </p:spPr>
          </p:pic>
          <p:pic>
            <p:nvPicPr>
              <p:cNvPr id="7" name="Picture 6">
                <a:extLst>
                  <a:ext uri="{FF2B5EF4-FFF2-40B4-BE49-F238E27FC236}">
                    <a16:creationId xmlns:a16="http://schemas.microsoft.com/office/drawing/2014/main" id="{5E3F40C8-13A8-8E30-40C0-91D91BDDD228}"/>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44220" y="1840374"/>
                <a:ext cx="476073" cy="394981"/>
              </a:xfrm>
              <a:prstGeom prst="rect">
                <a:avLst/>
              </a:prstGeom>
            </p:spPr>
          </p:pic>
          <p:pic>
            <p:nvPicPr>
              <p:cNvPr id="8" name="Picture 7">
                <a:extLst>
                  <a:ext uri="{FF2B5EF4-FFF2-40B4-BE49-F238E27FC236}">
                    <a16:creationId xmlns:a16="http://schemas.microsoft.com/office/drawing/2014/main" id="{9E55223D-E78E-C759-4D24-95C8E02DA8BC}"/>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81779" y="3233886"/>
                <a:ext cx="476073" cy="394981"/>
              </a:xfrm>
              <a:prstGeom prst="rect">
                <a:avLst/>
              </a:prstGeom>
            </p:spPr>
          </p:pic>
          <p:pic>
            <p:nvPicPr>
              <p:cNvPr id="9" name="Picture 8">
                <a:extLst>
                  <a:ext uri="{FF2B5EF4-FFF2-40B4-BE49-F238E27FC236}">
                    <a16:creationId xmlns:a16="http://schemas.microsoft.com/office/drawing/2014/main" id="{E32DA031-398B-8848-841D-4D397CB77099}"/>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51216" y="2431466"/>
                <a:ext cx="476073" cy="394981"/>
              </a:xfrm>
              <a:prstGeom prst="rect">
                <a:avLst/>
              </a:prstGeom>
            </p:spPr>
          </p:pic>
          <p:pic>
            <p:nvPicPr>
              <p:cNvPr id="10" name="Picture 9">
                <a:extLst>
                  <a:ext uri="{FF2B5EF4-FFF2-40B4-BE49-F238E27FC236}">
                    <a16:creationId xmlns:a16="http://schemas.microsoft.com/office/drawing/2014/main" id="{679A37EF-D53B-D14C-58C0-D3374C51F934}"/>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83412" y="4129251"/>
                <a:ext cx="476073" cy="394981"/>
              </a:xfrm>
              <a:prstGeom prst="rect">
                <a:avLst/>
              </a:prstGeom>
            </p:spPr>
          </p:pic>
          <p:pic>
            <p:nvPicPr>
              <p:cNvPr id="11" name="Picture 10">
                <a:extLst>
                  <a:ext uri="{FF2B5EF4-FFF2-40B4-BE49-F238E27FC236}">
                    <a16:creationId xmlns:a16="http://schemas.microsoft.com/office/drawing/2014/main" id="{F9041900-210D-5990-8031-2BE75FEE0E3F}"/>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795093" y="4766566"/>
                <a:ext cx="476073" cy="394981"/>
              </a:xfrm>
              <a:prstGeom prst="rect">
                <a:avLst/>
              </a:prstGeom>
            </p:spPr>
          </p:pic>
        </p:grpSp>
        <p:sp>
          <p:nvSpPr>
            <p:cNvPr id="16" name="Rectangle 15">
              <a:extLst>
                <a:ext uri="{FF2B5EF4-FFF2-40B4-BE49-F238E27FC236}">
                  <a16:creationId xmlns:a16="http://schemas.microsoft.com/office/drawing/2014/main" id="{8BBA34F0-8FBC-DF09-9FB5-7C3B89E2B40D}"/>
                </a:ext>
              </a:extLst>
            </p:cNvPr>
            <p:cNvSpPr/>
            <p:nvPr/>
          </p:nvSpPr>
          <p:spPr>
            <a:xfrm>
              <a:off x="3255473" y="323122"/>
              <a:ext cx="3289021" cy="923330"/>
            </a:xfrm>
            <a:prstGeom prst="rect">
              <a:avLst/>
            </a:prstGeom>
            <a:noFill/>
          </p:spPr>
          <p:txBody>
            <a:bodyPr wrap="square" lIns="91440" tIns="45720" rIns="91440" bIns="45720">
              <a:spAutoFit/>
            </a:bodyPr>
            <a:lstStyle/>
            <a:p>
              <a:pPr algn="ctr"/>
              <a:r>
                <a:rPr lang="en-US" sz="3600" dirty="0">
                  <a:ln w="0"/>
                  <a:solidFill>
                    <a:schemeClr val="accent2">
                      <a:lumMod val="75000"/>
                    </a:schemeClr>
                  </a:solidFill>
                  <a:effectLst>
                    <a:outerShdw blurRad="38100" dist="25400" dir="5400000" algn="ctr" rotWithShape="0">
                      <a:srgbClr val="6E747A">
                        <a:alpha val="43000"/>
                      </a:srgbClr>
                    </a:outerShdw>
                  </a:effectLst>
                  <a:latin typeface="Algerian" panose="04020705040A02060702" pitchFamily="82" charset="0"/>
                </a:rPr>
                <a:t> </a:t>
              </a:r>
              <a:r>
                <a:rPr lang="en-US" sz="5400" dirty="0">
                  <a:ln w="0"/>
                  <a:solidFill>
                    <a:schemeClr val="accent2">
                      <a:lumMod val="75000"/>
                    </a:schemeClr>
                  </a:solidFill>
                  <a:effectLst>
                    <a:outerShdw blurRad="38100" dist="25400" dir="5400000" algn="ctr" rotWithShape="0">
                      <a:srgbClr val="6E747A">
                        <a:alpha val="43000"/>
                      </a:srgbClr>
                    </a:outerShdw>
                  </a:effectLst>
                  <a:latin typeface="Algerian" panose="04020705040A02060702" pitchFamily="82" charset="0"/>
                </a:rPr>
                <a:t>INSIGHT</a:t>
              </a:r>
              <a:endParaRPr lang="en-IN" sz="5400" b="1" i="1" dirty="0">
                <a:ln w="0"/>
                <a:solidFill>
                  <a:schemeClr val="accent2">
                    <a:lumMod val="75000"/>
                  </a:schemeClr>
                </a:solidFill>
                <a:effectLst>
                  <a:outerShdw blurRad="38100" dist="25400" dir="5400000" algn="ctr" rotWithShape="0">
                    <a:srgbClr val="6E747A">
                      <a:alpha val="43000"/>
                    </a:srgbClr>
                  </a:outerShdw>
                </a:effectLst>
              </a:endParaRPr>
            </a:p>
          </p:txBody>
        </p:sp>
        <p:pic>
          <p:nvPicPr>
            <p:cNvPr id="22" name="Picture 21">
              <a:extLst>
                <a:ext uri="{FF2B5EF4-FFF2-40B4-BE49-F238E27FC236}">
                  <a16:creationId xmlns:a16="http://schemas.microsoft.com/office/drawing/2014/main" id="{815877DD-E17B-76B0-9EC5-F8B27A8DCF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5502" y="316675"/>
              <a:ext cx="1109099" cy="881744"/>
            </a:xfrm>
            <a:prstGeom prst="rect">
              <a:avLst/>
            </a:prstGeom>
            <a:effectLst>
              <a:softEdge rad="152400"/>
            </a:effectLst>
          </p:spPr>
        </p:pic>
      </p:grpSp>
    </p:spTree>
    <p:extLst>
      <p:ext uri="{BB962C8B-B14F-4D97-AF65-F5344CB8AC3E}">
        <p14:creationId xmlns:p14="http://schemas.microsoft.com/office/powerpoint/2010/main" val="40037301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AEA0C096-5287-1CE4-5439-91D4B894B696}"/>
              </a:ext>
            </a:extLst>
          </p:cNvPr>
          <p:cNvGrpSpPr/>
          <p:nvPr/>
        </p:nvGrpSpPr>
        <p:grpSpPr>
          <a:xfrm>
            <a:off x="374073" y="375938"/>
            <a:ext cx="8670174" cy="5193589"/>
            <a:chOff x="374073" y="375938"/>
            <a:chExt cx="8670174" cy="5193589"/>
          </a:xfrm>
        </p:grpSpPr>
        <p:grpSp>
          <p:nvGrpSpPr>
            <p:cNvPr id="24" name="Group 23">
              <a:extLst>
                <a:ext uri="{FF2B5EF4-FFF2-40B4-BE49-F238E27FC236}">
                  <a16:creationId xmlns:a16="http://schemas.microsoft.com/office/drawing/2014/main" id="{B7E354D1-912A-9D68-A7A4-CFD722F5C667}"/>
                </a:ext>
              </a:extLst>
            </p:cNvPr>
            <p:cNvGrpSpPr/>
            <p:nvPr/>
          </p:nvGrpSpPr>
          <p:grpSpPr>
            <a:xfrm>
              <a:off x="374073" y="1400612"/>
              <a:ext cx="8670174" cy="4168915"/>
              <a:chOff x="374073" y="1400612"/>
              <a:chExt cx="8670174" cy="4168915"/>
            </a:xfrm>
          </p:grpSpPr>
          <p:sp>
            <p:nvSpPr>
              <p:cNvPr id="18" name="Rectangle: Rounded Corners 17">
                <a:extLst>
                  <a:ext uri="{FF2B5EF4-FFF2-40B4-BE49-F238E27FC236}">
                    <a16:creationId xmlns:a16="http://schemas.microsoft.com/office/drawing/2014/main" id="{C91B5516-C5DB-F271-7720-F05F397755C8}"/>
                  </a:ext>
                </a:extLst>
              </p:cNvPr>
              <p:cNvSpPr/>
              <p:nvPr/>
            </p:nvSpPr>
            <p:spPr>
              <a:xfrm>
                <a:off x="374073" y="1400612"/>
                <a:ext cx="8381168" cy="4168915"/>
              </a:xfrm>
              <a:prstGeom prst="roundRect">
                <a:avLst/>
              </a:prstGeom>
              <a:solidFill>
                <a:schemeClr val="accent2">
                  <a:lumMod val="60000"/>
                  <a:lumOff val="4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7" name="Group 16">
                <a:extLst>
                  <a:ext uri="{FF2B5EF4-FFF2-40B4-BE49-F238E27FC236}">
                    <a16:creationId xmlns:a16="http://schemas.microsoft.com/office/drawing/2014/main" id="{1F974EB8-1FB3-3C59-FE95-4E1B7303A652}"/>
                  </a:ext>
                </a:extLst>
              </p:cNvPr>
              <p:cNvGrpSpPr/>
              <p:nvPr/>
            </p:nvGrpSpPr>
            <p:grpSpPr>
              <a:xfrm>
                <a:off x="393046" y="1638319"/>
                <a:ext cx="8651201" cy="3486505"/>
                <a:chOff x="242965" y="1330548"/>
                <a:chExt cx="8677100" cy="3339277"/>
              </a:xfrm>
            </p:grpSpPr>
            <p:sp>
              <p:nvSpPr>
                <p:cNvPr id="2" name="TextBox 1">
                  <a:extLst>
                    <a:ext uri="{FF2B5EF4-FFF2-40B4-BE49-F238E27FC236}">
                      <a16:creationId xmlns:a16="http://schemas.microsoft.com/office/drawing/2014/main" id="{0016BCA5-3B0F-8313-8591-86FCD6D89D5A}"/>
                    </a:ext>
                  </a:extLst>
                </p:cNvPr>
                <p:cNvSpPr txBox="1"/>
                <p:nvPr/>
              </p:nvSpPr>
              <p:spPr>
                <a:xfrm>
                  <a:off x="849087" y="1362269"/>
                  <a:ext cx="8070978" cy="3307556"/>
                </a:xfrm>
                <a:prstGeom prst="rect">
                  <a:avLst/>
                </a:prstGeom>
                <a:noFill/>
              </p:spPr>
              <p:txBody>
                <a:bodyPr wrap="square" rtlCol="0">
                  <a:spAutoFit/>
                </a:bodyPr>
                <a:lstStyle/>
                <a:p>
                  <a:r>
                    <a:rPr lang="en-US" sz="1600" dirty="0"/>
                    <a:t>Bangalore's revenue is good, but its average rating is the lowest. To improve, focus on enhancing customer experiences and service quality through staff training, facility upgrades, and feedback mechanisms.</a:t>
                  </a:r>
                </a:p>
                <a:p>
                  <a:endParaRPr lang="en-US" sz="1600" dirty="0"/>
                </a:p>
                <a:p>
                  <a:r>
                    <a:rPr lang="en-US" sz="1600" dirty="0"/>
                    <a:t>Despite Delhi's high ratings, its revenue lags behind. To address this, implement targeted marketing to attract more visitors and Optimize pricing strategies to boost revenue.</a:t>
                  </a:r>
                </a:p>
                <a:p>
                  <a:endParaRPr lang="en-US" sz="1600" dirty="0"/>
                </a:p>
                <a:p>
                  <a:r>
                    <a:rPr lang="en-US" sz="1600" dirty="0"/>
                    <a:t>Despite sharing the same average ratings, business hotels are generating less revenue compared to luxury hotels. To address this disparity, consider enhancing the overall guest experience at business hotels by upgrading amenities, improving service quality, and implementing targeted marketing strategies to attract higher-paying guests</a:t>
                  </a:r>
                </a:p>
                <a:p>
                  <a:endParaRPr lang="en-US" sz="1600" dirty="0"/>
                </a:p>
                <a:p>
                  <a:r>
                    <a:rPr lang="en-US" sz="1600" dirty="0"/>
                    <a:t>Despite high occupancy the revenue is low so review pricing strategies for presidential rooms and focus on improving customer experience to optimize revenue.              </a:t>
                  </a:r>
                  <a:endParaRPr lang="en-IN" sz="1600" dirty="0"/>
                </a:p>
              </p:txBody>
            </p:sp>
            <p:pic>
              <p:nvPicPr>
                <p:cNvPr id="8" name="Picture 7">
                  <a:extLst>
                    <a:ext uri="{FF2B5EF4-FFF2-40B4-BE49-F238E27FC236}">
                      <a16:creationId xmlns:a16="http://schemas.microsoft.com/office/drawing/2014/main" id="{C52277C5-B48A-DFD1-8F66-6F7AB5FB9199}"/>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59140" y="4260360"/>
                  <a:ext cx="666609" cy="404948"/>
                </a:xfrm>
                <a:prstGeom prst="rect">
                  <a:avLst/>
                </a:prstGeom>
              </p:spPr>
            </p:pic>
            <p:pic>
              <p:nvPicPr>
                <p:cNvPr id="13" name="Picture 12">
                  <a:extLst>
                    <a:ext uri="{FF2B5EF4-FFF2-40B4-BE49-F238E27FC236}">
                      <a16:creationId xmlns:a16="http://schemas.microsoft.com/office/drawing/2014/main" id="{D7813F9C-A58A-81F3-08DE-E2EA5452AACE}"/>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42965" y="2302794"/>
                  <a:ext cx="666609" cy="404948"/>
                </a:xfrm>
                <a:prstGeom prst="rect">
                  <a:avLst/>
                </a:prstGeom>
              </p:spPr>
            </p:pic>
            <p:pic>
              <p:nvPicPr>
                <p:cNvPr id="14" name="Picture 13">
                  <a:extLst>
                    <a:ext uri="{FF2B5EF4-FFF2-40B4-BE49-F238E27FC236}">
                      <a16:creationId xmlns:a16="http://schemas.microsoft.com/office/drawing/2014/main" id="{FD645779-6C93-64AD-AAC8-6C83D61A2F94}"/>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49811" y="1330548"/>
                  <a:ext cx="666609" cy="404948"/>
                </a:xfrm>
                <a:prstGeom prst="rect">
                  <a:avLst/>
                </a:prstGeom>
              </p:spPr>
            </p:pic>
            <p:pic>
              <p:nvPicPr>
                <p:cNvPr id="15" name="Picture 14">
                  <a:extLst>
                    <a:ext uri="{FF2B5EF4-FFF2-40B4-BE49-F238E27FC236}">
                      <a16:creationId xmlns:a16="http://schemas.microsoft.com/office/drawing/2014/main" id="{8805D2E2-8218-1328-8B06-64D60DDAC6B0}"/>
                    </a:ext>
                  </a:extLst>
                </p:cNvPr>
                <p:cNvPicPr>
                  <a:picLocks noChangeAspect="1"/>
                </p:cNvPicPr>
                <p:nvPr/>
              </p:nvPicPr>
              <p:blipFill>
                <a:blip r:embed="rId2">
                  <a:clrChange>
                    <a:clrFrom>
                      <a:srgbClr val="FFFFFD"/>
                    </a:clrFrom>
                    <a:clrTo>
                      <a:srgbClr val="FFFFFD">
                        <a:alpha val="0"/>
                      </a:srgbClr>
                    </a:clrTo>
                  </a:clrChang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73449" y="3054846"/>
                  <a:ext cx="666609" cy="404948"/>
                </a:xfrm>
                <a:prstGeom prst="rect">
                  <a:avLst/>
                </a:prstGeom>
              </p:spPr>
            </p:pic>
          </p:grpSp>
        </p:grpSp>
        <p:grpSp>
          <p:nvGrpSpPr>
            <p:cNvPr id="25" name="Group 24">
              <a:extLst>
                <a:ext uri="{FF2B5EF4-FFF2-40B4-BE49-F238E27FC236}">
                  <a16:creationId xmlns:a16="http://schemas.microsoft.com/office/drawing/2014/main" id="{A3058D36-1C74-DC27-225B-4002A7F3C8BE}"/>
                </a:ext>
              </a:extLst>
            </p:cNvPr>
            <p:cNvGrpSpPr/>
            <p:nvPr/>
          </p:nvGrpSpPr>
          <p:grpSpPr>
            <a:xfrm>
              <a:off x="1255564" y="375938"/>
              <a:ext cx="5848264" cy="881744"/>
              <a:chOff x="1255564" y="375938"/>
              <a:chExt cx="5848264" cy="881744"/>
            </a:xfrm>
          </p:grpSpPr>
          <p:sp>
            <p:nvSpPr>
              <p:cNvPr id="20" name="TextBox 19">
                <a:extLst>
                  <a:ext uri="{FF2B5EF4-FFF2-40B4-BE49-F238E27FC236}">
                    <a16:creationId xmlns:a16="http://schemas.microsoft.com/office/drawing/2014/main" id="{43B59136-BB72-4FC2-86E6-0FF673874B2E}"/>
                  </a:ext>
                </a:extLst>
              </p:cNvPr>
              <p:cNvSpPr txBox="1"/>
              <p:nvPr/>
            </p:nvSpPr>
            <p:spPr>
              <a:xfrm>
                <a:off x="2309137" y="474161"/>
                <a:ext cx="4794691" cy="646331"/>
              </a:xfrm>
              <a:prstGeom prst="rect">
                <a:avLst/>
              </a:prstGeom>
              <a:noFill/>
            </p:spPr>
            <p:txBody>
              <a:bodyPr wrap="square">
                <a:spAutoFit/>
              </a:bodyPr>
              <a:lstStyle/>
              <a:p>
                <a:r>
                  <a:rPr lang="en-US" sz="3600" b="1">
                    <a:ln w="0"/>
                    <a:solidFill>
                      <a:schemeClr val="accent2">
                        <a:lumMod val="75000"/>
                      </a:schemeClr>
                    </a:solidFill>
                    <a:effectLst>
                      <a:outerShdw blurRad="38100" dist="25400" dir="5400000" algn="ctr" rotWithShape="0">
                        <a:srgbClr val="6E747A">
                          <a:alpha val="43000"/>
                        </a:srgbClr>
                      </a:outerShdw>
                    </a:effectLst>
                    <a:latin typeface="Algerian" panose="04020705040A02060702" pitchFamily="82" charset="0"/>
                  </a:rPr>
                  <a:t>RECOMMENDATION</a:t>
                </a:r>
                <a:endParaRPr lang="en-IN" sz="3600" b="1" dirty="0">
                  <a:solidFill>
                    <a:schemeClr val="accent2">
                      <a:lumMod val="75000"/>
                    </a:schemeClr>
                  </a:solidFill>
                </a:endParaRPr>
              </a:p>
            </p:txBody>
          </p:sp>
          <p:pic>
            <p:nvPicPr>
              <p:cNvPr id="21" name="Picture 20">
                <a:extLst>
                  <a:ext uri="{FF2B5EF4-FFF2-40B4-BE49-F238E27FC236}">
                    <a16:creationId xmlns:a16="http://schemas.microsoft.com/office/drawing/2014/main" id="{EEB243A1-3814-6C98-1381-25E8A46EAB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5564" y="375938"/>
                <a:ext cx="1053737" cy="881744"/>
              </a:xfrm>
              <a:prstGeom prst="rect">
                <a:avLst/>
              </a:prstGeom>
              <a:effectLst>
                <a:softEdge rad="152400"/>
              </a:effectLst>
            </p:spPr>
          </p:pic>
        </p:grpSp>
      </p:grpSp>
    </p:spTree>
    <p:extLst>
      <p:ext uri="{BB962C8B-B14F-4D97-AF65-F5344CB8AC3E}">
        <p14:creationId xmlns:p14="http://schemas.microsoft.com/office/powerpoint/2010/main" val="1329630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358B3-1362-96E6-49AA-A9960BB968E8}"/>
              </a:ext>
            </a:extLst>
          </p:cNvPr>
          <p:cNvSpPr txBox="1"/>
          <p:nvPr/>
        </p:nvSpPr>
        <p:spPr>
          <a:xfrm>
            <a:off x="2429073" y="1881053"/>
            <a:ext cx="6149495" cy="1200329"/>
          </a:xfrm>
          <a:prstGeom prst="rect">
            <a:avLst/>
          </a:prstGeom>
          <a:noFill/>
        </p:spPr>
        <p:txBody>
          <a:bodyPr wrap="square" rtlCol="0">
            <a:spAutoFit/>
          </a:bodyPr>
          <a:lstStyle/>
          <a:p>
            <a:pPr algn="ctr"/>
            <a:r>
              <a:rPr lang="en-US" sz="4000" dirty="0">
                <a:ln w="0"/>
                <a:solidFill>
                  <a:schemeClr val="accent2">
                    <a:lumMod val="75000"/>
                  </a:schemeClr>
                </a:solidFill>
                <a:effectLst>
                  <a:outerShdw blurRad="38100" dist="25400" dir="5400000" algn="ctr" rotWithShape="0">
                    <a:srgbClr val="6E747A">
                      <a:alpha val="43000"/>
                    </a:srgbClr>
                  </a:outerShdw>
                </a:effectLst>
                <a:latin typeface="Algerian" panose="04020705040A02060702" pitchFamily="82" charset="0"/>
              </a:rPr>
              <a:t> </a:t>
            </a:r>
            <a:r>
              <a:rPr lang="en-US" sz="5400" dirty="0">
                <a:ln w="0"/>
                <a:solidFill>
                  <a:schemeClr val="accent2">
                    <a:lumMod val="75000"/>
                  </a:schemeClr>
                </a:solidFill>
                <a:effectLst>
                  <a:outerShdw blurRad="38100" dist="25400" dir="5400000" algn="ctr" rotWithShape="0">
                    <a:srgbClr val="6E747A">
                      <a:alpha val="43000"/>
                    </a:srgbClr>
                  </a:outerShdw>
                </a:effectLst>
                <a:latin typeface="Algerian" panose="04020705040A02060702" pitchFamily="82" charset="0"/>
              </a:rPr>
              <a:t>THANK YOU!</a:t>
            </a:r>
            <a:endParaRPr lang="en-IN" sz="5400" b="1" i="1" dirty="0">
              <a:ln w="0"/>
              <a:solidFill>
                <a:schemeClr val="accent2">
                  <a:lumMod val="75000"/>
                </a:schemeClr>
              </a:solidFill>
              <a:effectLst>
                <a:outerShdw blurRad="38100" dist="25400" dir="5400000" algn="ctr" rotWithShape="0">
                  <a:srgbClr val="6E747A">
                    <a:alpha val="43000"/>
                  </a:srgbClr>
                </a:outerShdw>
              </a:effectLst>
            </a:endParaRPr>
          </a:p>
          <a:p>
            <a:r>
              <a:rPr lang="en-US" dirty="0">
                <a:solidFill>
                  <a:schemeClr val="accent2">
                    <a:lumMod val="75000"/>
                  </a:schemeClr>
                </a:solidFill>
              </a:rPr>
              <a:t>                                   I really appreciate your time.</a:t>
            </a:r>
            <a:endParaRPr lang="en-IN" dirty="0">
              <a:solidFill>
                <a:schemeClr val="accent2">
                  <a:lumMod val="75000"/>
                </a:schemeClr>
              </a:solidFill>
            </a:endParaRPr>
          </a:p>
        </p:txBody>
      </p:sp>
      <p:pic>
        <p:nvPicPr>
          <p:cNvPr id="5" name="Picture 4">
            <a:extLst>
              <a:ext uri="{FF2B5EF4-FFF2-40B4-BE49-F238E27FC236}">
                <a16:creationId xmlns:a16="http://schemas.microsoft.com/office/drawing/2014/main" id="{8CF31D3E-6D46-9782-01B5-C6145E0C085C}"/>
              </a:ext>
            </a:extLst>
          </p:cNvPr>
          <p:cNvPicPr>
            <a:picLocks noChangeAspect="1"/>
          </p:cNvPicPr>
          <p:nvPr/>
        </p:nvPicPr>
        <p:blipFill rotWithShape="1">
          <a:blip r:embed="rId2">
            <a:extLst>
              <a:ext uri="{28A0092B-C50C-407E-A947-70E740481C1C}">
                <a14:useLocalDpi xmlns:a14="http://schemas.microsoft.com/office/drawing/2010/main" val="0"/>
              </a:ext>
            </a:extLst>
          </a:blip>
          <a:srcRect l="3254" t="6089" r="3254" b="16353"/>
          <a:stretch>
            <a:fillRect/>
          </a:stretch>
        </p:blipFill>
        <p:spPr>
          <a:xfrm>
            <a:off x="1666543" y="1737366"/>
            <a:ext cx="1435995" cy="1778918"/>
          </a:xfrm>
          <a:prstGeom prst="flowChartConnector">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77215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894</TotalTime>
  <Words>502</Words>
  <Application>Microsoft Office PowerPoint</Application>
  <PresentationFormat>On-screen Show (4:3)</PresentationFormat>
  <Paragraphs>49</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Algerian</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Kajal Sharma</dc:creator>
  <cp:lastModifiedBy>Rahul Sharma</cp:lastModifiedBy>
  <cp:revision>3</cp:revision>
  <dcterms:created xsi:type="dcterms:W3CDTF">2025-12-19T13:08:16Z</dcterms:created>
  <dcterms:modified xsi:type="dcterms:W3CDTF">2026-04-10T07:23:49Z</dcterms:modified>
</cp:coreProperties>
</file>